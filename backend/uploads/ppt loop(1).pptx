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29" y="-39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6E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 u="heavy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6E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500" b="0" i="0" u="heavy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6E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6E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188554"/>
            <a:ext cx="18288000" cy="403860"/>
          </a:xfrm>
          <a:custGeom>
            <a:avLst/>
            <a:gdLst/>
            <a:ahLst/>
            <a:cxnLst/>
            <a:rect l="l" t="t" r="r" b="b"/>
            <a:pathLst>
              <a:path w="18288000" h="403859">
                <a:moveTo>
                  <a:pt x="18287999" y="403288"/>
                </a:moveTo>
                <a:lnTo>
                  <a:pt x="0" y="403288"/>
                </a:lnTo>
                <a:lnTo>
                  <a:pt x="0" y="0"/>
                </a:lnTo>
                <a:lnTo>
                  <a:pt x="18287999" y="0"/>
                </a:lnTo>
                <a:lnTo>
                  <a:pt x="18287999" y="4032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655877" y="2676334"/>
            <a:ext cx="2353310" cy="68580"/>
          </a:xfrm>
          <a:custGeom>
            <a:avLst/>
            <a:gdLst/>
            <a:ahLst/>
            <a:cxnLst/>
            <a:rect l="l" t="t" r="r" b="b"/>
            <a:pathLst>
              <a:path w="2353309" h="68580">
                <a:moveTo>
                  <a:pt x="2353055" y="68389"/>
                </a:moveTo>
                <a:lnTo>
                  <a:pt x="0" y="68389"/>
                </a:lnTo>
                <a:lnTo>
                  <a:pt x="0" y="0"/>
                </a:lnTo>
                <a:lnTo>
                  <a:pt x="2353055" y="0"/>
                </a:lnTo>
                <a:lnTo>
                  <a:pt x="2353055" y="68389"/>
                </a:lnTo>
                <a:close/>
              </a:path>
            </a:pathLst>
          </a:custGeom>
          <a:solidFill>
            <a:srgbClr val="BF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2646352" y="2666809"/>
            <a:ext cx="2372360" cy="87630"/>
          </a:xfrm>
          <a:custGeom>
            <a:avLst/>
            <a:gdLst/>
            <a:ahLst/>
            <a:cxnLst/>
            <a:rect l="l" t="t" r="r" b="b"/>
            <a:pathLst>
              <a:path w="2372359" h="87630">
                <a:moveTo>
                  <a:pt x="2367820" y="87449"/>
                </a:moveTo>
                <a:lnTo>
                  <a:pt x="4286" y="87449"/>
                </a:lnTo>
                <a:lnTo>
                  <a:pt x="0" y="83153"/>
                </a:lnTo>
                <a:lnTo>
                  <a:pt x="0" y="4286"/>
                </a:lnTo>
                <a:lnTo>
                  <a:pt x="4286" y="0"/>
                </a:lnTo>
                <a:lnTo>
                  <a:pt x="2367820" y="0"/>
                </a:lnTo>
                <a:lnTo>
                  <a:pt x="2372054" y="4286"/>
                </a:lnTo>
                <a:lnTo>
                  <a:pt x="2372054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8389"/>
                </a:lnTo>
                <a:lnTo>
                  <a:pt x="9525" y="68389"/>
                </a:lnTo>
                <a:lnTo>
                  <a:pt x="9525" y="77914"/>
                </a:lnTo>
                <a:lnTo>
                  <a:pt x="2372054" y="77914"/>
                </a:lnTo>
                <a:lnTo>
                  <a:pt x="2372054" y="83153"/>
                </a:lnTo>
                <a:lnTo>
                  <a:pt x="2367820" y="87449"/>
                </a:lnTo>
                <a:close/>
              </a:path>
              <a:path w="2372359" h="87630">
                <a:moveTo>
                  <a:pt x="19050" y="19050"/>
                </a:move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372359" h="87630">
                <a:moveTo>
                  <a:pt x="2353056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353056" y="9525"/>
                </a:lnTo>
                <a:lnTo>
                  <a:pt x="2353056" y="19050"/>
                </a:lnTo>
                <a:close/>
              </a:path>
              <a:path w="2372359" h="87630">
                <a:moveTo>
                  <a:pt x="2362581" y="77914"/>
                </a:moveTo>
                <a:lnTo>
                  <a:pt x="2353056" y="77914"/>
                </a:lnTo>
                <a:lnTo>
                  <a:pt x="2353056" y="9525"/>
                </a:lnTo>
                <a:lnTo>
                  <a:pt x="2362581" y="9525"/>
                </a:lnTo>
                <a:lnTo>
                  <a:pt x="2362581" y="19050"/>
                </a:lnTo>
                <a:lnTo>
                  <a:pt x="2372054" y="19050"/>
                </a:lnTo>
                <a:lnTo>
                  <a:pt x="2372054" y="68389"/>
                </a:lnTo>
                <a:lnTo>
                  <a:pt x="2362581" y="68389"/>
                </a:lnTo>
                <a:lnTo>
                  <a:pt x="2362581" y="77914"/>
                </a:lnTo>
                <a:close/>
              </a:path>
              <a:path w="2372359" h="87630">
                <a:moveTo>
                  <a:pt x="2372106" y="19050"/>
                </a:moveTo>
                <a:lnTo>
                  <a:pt x="2362581" y="19050"/>
                </a:lnTo>
                <a:lnTo>
                  <a:pt x="2362581" y="9525"/>
                </a:lnTo>
                <a:lnTo>
                  <a:pt x="2372106" y="9525"/>
                </a:lnTo>
                <a:lnTo>
                  <a:pt x="2372106" y="19050"/>
                </a:lnTo>
                <a:close/>
              </a:path>
              <a:path w="2372359" h="87630">
                <a:moveTo>
                  <a:pt x="19050" y="77914"/>
                </a:moveTo>
                <a:lnTo>
                  <a:pt x="9525" y="77914"/>
                </a:lnTo>
                <a:lnTo>
                  <a:pt x="9525" y="68389"/>
                </a:lnTo>
                <a:lnTo>
                  <a:pt x="19050" y="68389"/>
                </a:lnTo>
                <a:lnTo>
                  <a:pt x="19050" y="77914"/>
                </a:lnTo>
                <a:close/>
              </a:path>
              <a:path w="2372359" h="87630">
                <a:moveTo>
                  <a:pt x="2353056" y="77914"/>
                </a:moveTo>
                <a:lnTo>
                  <a:pt x="19050" y="77914"/>
                </a:lnTo>
                <a:lnTo>
                  <a:pt x="19050" y="68389"/>
                </a:lnTo>
                <a:lnTo>
                  <a:pt x="2353056" y="68389"/>
                </a:lnTo>
                <a:lnTo>
                  <a:pt x="2353056" y="77914"/>
                </a:lnTo>
                <a:close/>
              </a:path>
              <a:path w="2372359" h="87630">
                <a:moveTo>
                  <a:pt x="2372106" y="77914"/>
                </a:moveTo>
                <a:lnTo>
                  <a:pt x="2362581" y="77914"/>
                </a:lnTo>
                <a:lnTo>
                  <a:pt x="2362581" y="68389"/>
                </a:lnTo>
                <a:lnTo>
                  <a:pt x="2372106" y="68389"/>
                </a:lnTo>
                <a:lnTo>
                  <a:pt x="2372106" y="779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89328" y="2782233"/>
            <a:ext cx="2547620" cy="68580"/>
          </a:xfrm>
          <a:custGeom>
            <a:avLst/>
            <a:gdLst/>
            <a:ahLst/>
            <a:cxnLst/>
            <a:rect l="l" t="t" r="r" b="b"/>
            <a:pathLst>
              <a:path w="2547620" h="68580">
                <a:moveTo>
                  <a:pt x="2547461" y="68389"/>
                </a:moveTo>
                <a:lnTo>
                  <a:pt x="0" y="68389"/>
                </a:lnTo>
                <a:lnTo>
                  <a:pt x="0" y="0"/>
                </a:lnTo>
                <a:lnTo>
                  <a:pt x="2547461" y="0"/>
                </a:lnTo>
                <a:lnTo>
                  <a:pt x="2547461" y="68389"/>
                </a:lnTo>
                <a:close/>
              </a:path>
            </a:pathLst>
          </a:custGeom>
          <a:solidFill>
            <a:srgbClr val="BF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379803" y="2772708"/>
            <a:ext cx="2566670" cy="87630"/>
          </a:xfrm>
          <a:custGeom>
            <a:avLst/>
            <a:gdLst/>
            <a:ahLst/>
            <a:cxnLst/>
            <a:rect l="l" t="t" r="r" b="b"/>
            <a:pathLst>
              <a:path w="2566670" h="87630">
                <a:moveTo>
                  <a:pt x="2562225" y="87449"/>
                </a:moveTo>
                <a:lnTo>
                  <a:pt x="4286" y="87449"/>
                </a:lnTo>
                <a:lnTo>
                  <a:pt x="0" y="83153"/>
                </a:lnTo>
                <a:lnTo>
                  <a:pt x="0" y="4286"/>
                </a:lnTo>
                <a:lnTo>
                  <a:pt x="4286" y="0"/>
                </a:lnTo>
                <a:lnTo>
                  <a:pt x="2562225" y="0"/>
                </a:lnTo>
                <a:lnTo>
                  <a:pt x="2566423" y="4286"/>
                </a:lnTo>
                <a:lnTo>
                  <a:pt x="2566423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8389"/>
                </a:lnTo>
                <a:lnTo>
                  <a:pt x="9525" y="68389"/>
                </a:lnTo>
                <a:lnTo>
                  <a:pt x="9525" y="77914"/>
                </a:lnTo>
                <a:lnTo>
                  <a:pt x="2566423" y="77914"/>
                </a:lnTo>
                <a:lnTo>
                  <a:pt x="2566423" y="83153"/>
                </a:lnTo>
                <a:lnTo>
                  <a:pt x="2562225" y="87449"/>
                </a:lnTo>
                <a:close/>
              </a:path>
              <a:path w="2566670" h="87630">
                <a:moveTo>
                  <a:pt x="19050" y="19050"/>
                </a:move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2566670" h="87630">
                <a:moveTo>
                  <a:pt x="2547461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2547461" y="9525"/>
                </a:lnTo>
                <a:lnTo>
                  <a:pt x="2547461" y="19050"/>
                </a:lnTo>
                <a:close/>
              </a:path>
              <a:path w="2566670" h="87630">
                <a:moveTo>
                  <a:pt x="2556986" y="77914"/>
                </a:moveTo>
                <a:lnTo>
                  <a:pt x="2547461" y="77914"/>
                </a:lnTo>
                <a:lnTo>
                  <a:pt x="2547461" y="9525"/>
                </a:lnTo>
                <a:lnTo>
                  <a:pt x="2556986" y="9525"/>
                </a:lnTo>
                <a:lnTo>
                  <a:pt x="2556986" y="19050"/>
                </a:lnTo>
                <a:lnTo>
                  <a:pt x="2566423" y="19050"/>
                </a:lnTo>
                <a:lnTo>
                  <a:pt x="2566423" y="68389"/>
                </a:lnTo>
                <a:lnTo>
                  <a:pt x="2556986" y="68389"/>
                </a:lnTo>
                <a:lnTo>
                  <a:pt x="2556986" y="77914"/>
                </a:lnTo>
                <a:close/>
              </a:path>
              <a:path w="2566670" h="87630">
                <a:moveTo>
                  <a:pt x="2566511" y="19050"/>
                </a:moveTo>
                <a:lnTo>
                  <a:pt x="2556986" y="19050"/>
                </a:lnTo>
                <a:lnTo>
                  <a:pt x="2556986" y="9525"/>
                </a:lnTo>
                <a:lnTo>
                  <a:pt x="2566511" y="9525"/>
                </a:lnTo>
                <a:lnTo>
                  <a:pt x="2566511" y="19050"/>
                </a:lnTo>
                <a:close/>
              </a:path>
              <a:path w="2566670" h="87630">
                <a:moveTo>
                  <a:pt x="19050" y="77914"/>
                </a:moveTo>
                <a:lnTo>
                  <a:pt x="9525" y="77914"/>
                </a:lnTo>
                <a:lnTo>
                  <a:pt x="9525" y="68389"/>
                </a:lnTo>
                <a:lnTo>
                  <a:pt x="19050" y="68389"/>
                </a:lnTo>
                <a:lnTo>
                  <a:pt x="19050" y="77914"/>
                </a:lnTo>
                <a:close/>
              </a:path>
              <a:path w="2566670" h="87630">
                <a:moveTo>
                  <a:pt x="2547461" y="77914"/>
                </a:moveTo>
                <a:lnTo>
                  <a:pt x="19050" y="77914"/>
                </a:lnTo>
                <a:lnTo>
                  <a:pt x="19050" y="68389"/>
                </a:lnTo>
                <a:lnTo>
                  <a:pt x="2547461" y="68389"/>
                </a:lnTo>
                <a:lnTo>
                  <a:pt x="2547461" y="77914"/>
                </a:lnTo>
                <a:close/>
              </a:path>
              <a:path w="2566670" h="87630">
                <a:moveTo>
                  <a:pt x="2566511" y="77914"/>
                </a:moveTo>
                <a:lnTo>
                  <a:pt x="2556986" y="77914"/>
                </a:lnTo>
                <a:lnTo>
                  <a:pt x="2556986" y="68389"/>
                </a:lnTo>
                <a:lnTo>
                  <a:pt x="2566511" y="68389"/>
                </a:lnTo>
                <a:lnTo>
                  <a:pt x="2566511" y="779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392852" y="875061"/>
            <a:ext cx="11616055" cy="68580"/>
          </a:xfrm>
          <a:custGeom>
            <a:avLst/>
            <a:gdLst/>
            <a:ahLst/>
            <a:cxnLst/>
            <a:rect l="l" t="t" r="r" b="b"/>
            <a:pathLst>
              <a:path w="11616055" h="68580">
                <a:moveTo>
                  <a:pt x="11615832" y="68389"/>
                </a:moveTo>
                <a:lnTo>
                  <a:pt x="0" y="68389"/>
                </a:lnTo>
                <a:lnTo>
                  <a:pt x="0" y="0"/>
                </a:lnTo>
                <a:lnTo>
                  <a:pt x="11615832" y="0"/>
                </a:lnTo>
                <a:lnTo>
                  <a:pt x="11615832" y="68389"/>
                </a:lnTo>
                <a:close/>
              </a:path>
            </a:pathLst>
          </a:custGeom>
          <a:solidFill>
            <a:srgbClr val="BF0000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383327" y="865536"/>
            <a:ext cx="11635105" cy="87630"/>
          </a:xfrm>
          <a:custGeom>
            <a:avLst/>
            <a:gdLst/>
            <a:ahLst/>
            <a:cxnLst/>
            <a:rect l="l" t="t" r="r" b="b"/>
            <a:pathLst>
              <a:path w="11635105" h="87630">
                <a:moveTo>
                  <a:pt x="11630596" y="87449"/>
                </a:moveTo>
                <a:lnTo>
                  <a:pt x="4286" y="87449"/>
                </a:lnTo>
                <a:lnTo>
                  <a:pt x="0" y="83153"/>
                </a:lnTo>
                <a:lnTo>
                  <a:pt x="0" y="4286"/>
                </a:lnTo>
                <a:lnTo>
                  <a:pt x="4286" y="0"/>
                </a:lnTo>
                <a:lnTo>
                  <a:pt x="11630596" y="0"/>
                </a:lnTo>
                <a:lnTo>
                  <a:pt x="11634818" y="4286"/>
                </a:lnTo>
                <a:lnTo>
                  <a:pt x="11634818" y="9525"/>
                </a:lnTo>
                <a:lnTo>
                  <a:pt x="9525" y="9525"/>
                </a:lnTo>
                <a:lnTo>
                  <a:pt x="9525" y="19050"/>
                </a:lnTo>
                <a:lnTo>
                  <a:pt x="19050" y="19050"/>
                </a:lnTo>
                <a:lnTo>
                  <a:pt x="19050" y="68389"/>
                </a:lnTo>
                <a:lnTo>
                  <a:pt x="9525" y="68389"/>
                </a:lnTo>
                <a:lnTo>
                  <a:pt x="9525" y="77914"/>
                </a:lnTo>
                <a:lnTo>
                  <a:pt x="11634818" y="77914"/>
                </a:lnTo>
                <a:lnTo>
                  <a:pt x="11634818" y="83153"/>
                </a:lnTo>
                <a:lnTo>
                  <a:pt x="11630596" y="87449"/>
                </a:lnTo>
                <a:close/>
              </a:path>
              <a:path w="11635105" h="87630">
                <a:moveTo>
                  <a:pt x="19050" y="19050"/>
                </a:moveTo>
                <a:lnTo>
                  <a:pt x="9525" y="19050"/>
                </a:lnTo>
                <a:lnTo>
                  <a:pt x="9525" y="9525"/>
                </a:lnTo>
                <a:lnTo>
                  <a:pt x="19050" y="9525"/>
                </a:lnTo>
                <a:lnTo>
                  <a:pt x="19050" y="19050"/>
                </a:lnTo>
                <a:close/>
              </a:path>
              <a:path w="11635105" h="87630">
                <a:moveTo>
                  <a:pt x="11615832" y="19050"/>
                </a:moveTo>
                <a:lnTo>
                  <a:pt x="19050" y="19050"/>
                </a:lnTo>
                <a:lnTo>
                  <a:pt x="19050" y="9525"/>
                </a:lnTo>
                <a:lnTo>
                  <a:pt x="11615832" y="9525"/>
                </a:lnTo>
                <a:lnTo>
                  <a:pt x="11615832" y="19050"/>
                </a:lnTo>
                <a:close/>
              </a:path>
              <a:path w="11635105" h="87630">
                <a:moveTo>
                  <a:pt x="11625357" y="77914"/>
                </a:moveTo>
                <a:lnTo>
                  <a:pt x="11615832" y="77914"/>
                </a:lnTo>
                <a:lnTo>
                  <a:pt x="11615832" y="9525"/>
                </a:lnTo>
                <a:lnTo>
                  <a:pt x="11625357" y="9525"/>
                </a:lnTo>
                <a:lnTo>
                  <a:pt x="11625357" y="19050"/>
                </a:lnTo>
                <a:lnTo>
                  <a:pt x="11634818" y="19050"/>
                </a:lnTo>
                <a:lnTo>
                  <a:pt x="11634818" y="68389"/>
                </a:lnTo>
                <a:lnTo>
                  <a:pt x="11625357" y="68389"/>
                </a:lnTo>
                <a:lnTo>
                  <a:pt x="11625357" y="77914"/>
                </a:lnTo>
                <a:close/>
              </a:path>
              <a:path w="11635105" h="87630">
                <a:moveTo>
                  <a:pt x="11634882" y="19050"/>
                </a:moveTo>
                <a:lnTo>
                  <a:pt x="11625357" y="19050"/>
                </a:lnTo>
                <a:lnTo>
                  <a:pt x="11625357" y="9525"/>
                </a:lnTo>
                <a:lnTo>
                  <a:pt x="11634882" y="9525"/>
                </a:lnTo>
                <a:lnTo>
                  <a:pt x="11634882" y="19050"/>
                </a:lnTo>
                <a:close/>
              </a:path>
              <a:path w="11635105" h="87630">
                <a:moveTo>
                  <a:pt x="19050" y="77914"/>
                </a:moveTo>
                <a:lnTo>
                  <a:pt x="9525" y="77914"/>
                </a:lnTo>
                <a:lnTo>
                  <a:pt x="9525" y="68389"/>
                </a:lnTo>
                <a:lnTo>
                  <a:pt x="19050" y="68389"/>
                </a:lnTo>
                <a:lnTo>
                  <a:pt x="19050" y="77914"/>
                </a:lnTo>
                <a:close/>
              </a:path>
              <a:path w="11635105" h="87630">
                <a:moveTo>
                  <a:pt x="11615832" y="77914"/>
                </a:moveTo>
                <a:lnTo>
                  <a:pt x="19050" y="77914"/>
                </a:lnTo>
                <a:lnTo>
                  <a:pt x="19050" y="68389"/>
                </a:lnTo>
                <a:lnTo>
                  <a:pt x="11615832" y="68389"/>
                </a:lnTo>
                <a:lnTo>
                  <a:pt x="11615832" y="77914"/>
                </a:lnTo>
                <a:close/>
              </a:path>
              <a:path w="11635105" h="87630">
                <a:moveTo>
                  <a:pt x="11634882" y="77914"/>
                </a:moveTo>
                <a:lnTo>
                  <a:pt x="11625357" y="77914"/>
                </a:lnTo>
                <a:lnTo>
                  <a:pt x="11625357" y="68389"/>
                </a:lnTo>
                <a:lnTo>
                  <a:pt x="11634882" y="68389"/>
                </a:lnTo>
                <a:lnTo>
                  <a:pt x="11634882" y="7791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62703" y="4477603"/>
            <a:ext cx="5135371" cy="1739900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08734" y="2730765"/>
            <a:ext cx="3979265" cy="3488107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2423" y="2856494"/>
            <a:ext cx="3311851" cy="3419394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0" y="2829452"/>
            <a:ext cx="2193290" cy="3419475"/>
          </a:xfrm>
          <a:custGeom>
            <a:avLst/>
            <a:gdLst/>
            <a:ahLst/>
            <a:cxnLst/>
            <a:rect l="l" t="t" r="r" b="b"/>
            <a:pathLst>
              <a:path w="2193290" h="3419475">
                <a:moveTo>
                  <a:pt x="2093933" y="3419475"/>
                </a:moveTo>
                <a:lnTo>
                  <a:pt x="51453" y="3419475"/>
                </a:lnTo>
                <a:lnTo>
                  <a:pt x="64242" y="3411908"/>
                </a:lnTo>
                <a:lnTo>
                  <a:pt x="145658" y="3378649"/>
                </a:lnTo>
                <a:lnTo>
                  <a:pt x="200352" y="3370535"/>
                </a:lnTo>
                <a:lnTo>
                  <a:pt x="351740" y="3369205"/>
                </a:lnTo>
                <a:lnTo>
                  <a:pt x="968092" y="3365108"/>
                </a:lnTo>
                <a:lnTo>
                  <a:pt x="975427" y="3191916"/>
                </a:lnTo>
                <a:lnTo>
                  <a:pt x="935711" y="3209084"/>
                </a:lnTo>
                <a:lnTo>
                  <a:pt x="876542" y="3222360"/>
                </a:lnTo>
                <a:lnTo>
                  <a:pt x="820589" y="3229245"/>
                </a:lnTo>
                <a:lnTo>
                  <a:pt x="790518" y="3227240"/>
                </a:lnTo>
                <a:lnTo>
                  <a:pt x="785802" y="3218099"/>
                </a:lnTo>
                <a:lnTo>
                  <a:pt x="787874" y="3207459"/>
                </a:lnTo>
                <a:lnTo>
                  <a:pt x="792340" y="3198640"/>
                </a:lnTo>
                <a:lnTo>
                  <a:pt x="794805" y="3194962"/>
                </a:lnTo>
                <a:lnTo>
                  <a:pt x="770480" y="3196676"/>
                </a:lnTo>
                <a:lnTo>
                  <a:pt x="715592" y="3199533"/>
                </a:lnTo>
                <a:lnTo>
                  <a:pt x="657275" y="3200104"/>
                </a:lnTo>
                <a:lnTo>
                  <a:pt x="622661" y="3194962"/>
                </a:lnTo>
                <a:lnTo>
                  <a:pt x="611884" y="3185209"/>
                </a:lnTo>
                <a:lnTo>
                  <a:pt x="608252" y="3172706"/>
                </a:lnTo>
                <a:lnTo>
                  <a:pt x="613659" y="3155169"/>
                </a:lnTo>
                <a:lnTo>
                  <a:pt x="629996" y="3130313"/>
                </a:lnTo>
                <a:lnTo>
                  <a:pt x="572191" y="3143429"/>
                </a:lnTo>
                <a:lnTo>
                  <a:pt x="512011" y="3150617"/>
                </a:lnTo>
                <a:lnTo>
                  <a:pt x="461547" y="3151629"/>
                </a:lnTo>
                <a:lnTo>
                  <a:pt x="432893" y="3146213"/>
                </a:lnTo>
                <a:lnTo>
                  <a:pt x="424434" y="3135655"/>
                </a:lnTo>
                <a:lnTo>
                  <a:pt x="426951" y="3120875"/>
                </a:lnTo>
                <a:lnTo>
                  <a:pt x="441132" y="3101078"/>
                </a:lnTo>
                <a:lnTo>
                  <a:pt x="467665" y="3075470"/>
                </a:lnTo>
                <a:lnTo>
                  <a:pt x="426063" y="3101614"/>
                </a:lnTo>
                <a:lnTo>
                  <a:pt x="381629" y="3116091"/>
                </a:lnTo>
                <a:lnTo>
                  <a:pt x="338106" y="3123230"/>
                </a:lnTo>
                <a:lnTo>
                  <a:pt x="299237" y="3127362"/>
                </a:lnTo>
                <a:lnTo>
                  <a:pt x="260096" y="3132811"/>
                </a:lnTo>
                <a:lnTo>
                  <a:pt x="219321" y="3137823"/>
                </a:lnTo>
                <a:lnTo>
                  <a:pt x="185995" y="3137604"/>
                </a:lnTo>
                <a:lnTo>
                  <a:pt x="169200" y="3127362"/>
                </a:lnTo>
                <a:lnTo>
                  <a:pt x="172967" y="3107215"/>
                </a:lnTo>
                <a:lnTo>
                  <a:pt x="188408" y="3084801"/>
                </a:lnTo>
                <a:lnTo>
                  <a:pt x="205224" y="3066601"/>
                </a:lnTo>
                <a:lnTo>
                  <a:pt x="213117" y="3059094"/>
                </a:lnTo>
                <a:lnTo>
                  <a:pt x="130004" y="3045196"/>
                </a:lnTo>
                <a:lnTo>
                  <a:pt x="69985" y="3032348"/>
                </a:lnTo>
                <a:lnTo>
                  <a:pt x="10188" y="3005147"/>
                </a:lnTo>
                <a:lnTo>
                  <a:pt x="0" y="2998580"/>
                </a:lnTo>
                <a:lnTo>
                  <a:pt x="0" y="2938379"/>
                </a:lnTo>
                <a:lnTo>
                  <a:pt x="61798" y="2940310"/>
                </a:lnTo>
                <a:lnTo>
                  <a:pt x="108516" y="2935888"/>
                </a:lnTo>
                <a:lnTo>
                  <a:pt x="136587" y="2929753"/>
                </a:lnTo>
                <a:lnTo>
                  <a:pt x="145955" y="2926653"/>
                </a:lnTo>
                <a:lnTo>
                  <a:pt x="144430" y="2923139"/>
                </a:lnTo>
                <a:lnTo>
                  <a:pt x="142038" y="2914180"/>
                </a:lnTo>
                <a:lnTo>
                  <a:pt x="142057" y="2902150"/>
                </a:lnTo>
                <a:lnTo>
                  <a:pt x="147765" y="2889424"/>
                </a:lnTo>
                <a:lnTo>
                  <a:pt x="162493" y="2881787"/>
                </a:lnTo>
                <a:lnTo>
                  <a:pt x="188991" y="2877380"/>
                </a:lnTo>
                <a:lnTo>
                  <a:pt x="229672" y="2867118"/>
                </a:lnTo>
                <a:lnTo>
                  <a:pt x="286947" y="2841913"/>
                </a:lnTo>
                <a:lnTo>
                  <a:pt x="343947" y="2800525"/>
                </a:lnTo>
                <a:lnTo>
                  <a:pt x="383058" y="2755888"/>
                </a:lnTo>
                <a:lnTo>
                  <a:pt x="405575" y="2720178"/>
                </a:lnTo>
                <a:lnTo>
                  <a:pt x="412792" y="2705568"/>
                </a:lnTo>
                <a:lnTo>
                  <a:pt x="408943" y="2706467"/>
                </a:lnTo>
                <a:lnTo>
                  <a:pt x="397145" y="2710400"/>
                </a:lnTo>
                <a:lnTo>
                  <a:pt x="377023" y="2719225"/>
                </a:lnTo>
                <a:lnTo>
                  <a:pt x="348203" y="2734799"/>
                </a:lnTo>
                <a:lnTo>
                  <a:pt x="318230" y="2748739"/>
                </a:lnTo>
                <a:lnTo>
                  <a:pt x="294402" y="2753627"/>
                </a:lnTo>
                <a:lnTo>
                  <a:pt x="275968" y="2752767"/>
                </a:lnTo>
                <a:lnTo>
                  <a:pt x="262179" y="2749462"/>
                </a:lnTo>
                <a:lnTo>
                  <a:pt x="255867" y="2742461"/>
                </a:lnTo>
                <a:lnTo>
                  <a:pt x="255844" y="2731514"/>
                </a:lnTo>
                <a:lnTo>
                  <a:pt x="255320" y="2721424"/>
                </a:lnTo>
                <a:lnTo>
                  <a:pt x="247508" y="2716994"/>
                </a:lnTo>
                <a:lnTo>
                  <a:pt x="230086" y="2722982"/>
                </a:lnTo>
                <a:lnTo>
                  <a:pt x="206949" y="2736049"/>
                </a:lnTo>
                <a:lnTo>
                  <a:pt x="180632" y="2748847"/>
                </a:lnTo>
                <a:lnTo>
                  <a:pt x="153672" y="2754032"/>
                </a:lnTo>
                <a:lnTo>
                  <a:pt x="132146" y="2752974"/>
                </a:lnTo>
                <a:lnTo>
                  <a:pt x="118436" y="2751211"/>
                </a:lnTo>
                <a:lnTo>
                  <a:pt x="109530" y="2747645"/>
                </a:lnTo>
                <a:lnTo>
                  <a:pt x="102419" y="2741178"/>
                </a:lnTo>
                <a:lnTo>
                  <a:pt x="92865" y="2733692"/>
                </a:lnTo>
                <a:lnTo>
                  <a:pt x="79996" y="2727134"/>
                </a:lnTo>
                <a:lnTo>
                  <a:pt x="65860" y="2720505"/>
                </a:lnTo>
                <a:lnTo>
                  <a:pt x="52501" y="2712805"/>
                </a:lnTo>
                <a:lnTo>
                  <a:pt x="41566" y="2700216"/>
                </a:lnTo>
                <a:lnTo>
                  <a:pt x="36472" y="2684717"/>
                </a:lnTo>
                <a:lnTo>
                  <a:pt x="41917" y="2674002"/>
                </a:lnTo>
                <a:lnTo>
                  <a:pt x="62599" y="2675767"/>
                </a:lnTo>
                <a:lnTo>
                  <a:pt x="93263" y="2676814"/>
                </a:lnTo>
                <a:lnTo>
                  <a:pt x="126367" y="2663222"/>
                </a:lnTo>
                <a:lnTo>
                  <a:pt x="163167" y="2641597"/>
                </a:lnTo>
                <a:lnTo>
                  <a:pt x="204924" y="2618544"/>
                </a:lnTo>
                <a:lnTo>
                  <a:pt x="243231" y="2595746"/>
                </a:lnTo>
                <a:lnTo>
                  <a:pt x="269454" y="2573627"/>
                </a:lnTo>
                <a:lnTo>
                  <a:pt x="284514" y="2556899"/>
                </a:lnTo>
                <a:lnTo>
                  <a:pt x="289329" y="2550276"/>
                </a:lnTo>
                <a:lnTo>
                  <a:pt x="283375" y="2550153"/>
                </a:lnTo>
                <a:lnTo>
                  <a:pt x="267347" y="2549288"/>
                </a:lnTo>
                <a:lnTo>
                  <a:pt x="216070" y="2542373"/>
                </a:lnTo>
                <a:lnTo>
                  <a:pt x="177214" y="2514714"/>
                </a:lnTo>
                <a:lnTo>
                  <a:pt x="176296" y="2498564"/>
                </a:lnTo>
                <a:lnTo>
                  <a:pt x="191016" y="2489340"/>
                </a:lnTo>
                <a:lnTo>
                  <a:pt x="218698" y="2481270"/>
                </a:lnTo>
                <a:lnTo>
                  <a:pt x="253069" y="2465418"/>
                </a:lnTo>
                <a:lnTo>
                  <a:pt x="291209" y="2443388"/>
                </a:lnTo>
                <a:lnTo>
                  <a:pt x="330198" y="2416788"/>
                </a:lnTo>
                <a:lnTo>
                  <a:pt x="370298" y="2387232"/>
                </a:lnTo>
                <a:lnTo>
                  <a:pt x="413007" y="2356078"/>
                </a:lnTo>
                <a:lnTo>
                  <a:pt x="457251" y="2324549"/>
                </a:lnTo>
                <a:lnTo>
                  <a:pt x="501960" y="2293868"/>
                </a:lnTo>
                <a:lnTo>
                  <a:pt x="459605" y="2293194"/>
                </a:lnTo>
                <a:lnTo>
                  <a:pt x="422760" y="2297760"/>
                </a:lnTo>
                <a:lnTo>
                  <a:pt x="392791" y="2306092"/>
                </a:lnTo>
                <a:lnTo>
                  <a:pt x="371066" y="2316719"/>
                </a:lnTo>
                <a:lnTo>
                  <a:pt x="354742" y="2325377"/>
                </a:lnTo>
                <a:lnTo>
                  <a:pt x="338926" y="2328216"/>
                </a:lnTo>
                <a:lnTo>
                  <a:pt x="321914" y="2324378"/>
                </a:lnTo>
                <a:lnTo>
                  <a:pt x="301999" y="2313006"/>
                </a:lnTo>
                <a:lnTo>
                  <a:pt x="264599" y="2308731"/>
                </a:lnTo>
                <a:lnTo>
                  <a:pt x="240434" y="2297236"/>
                </a:lnTo>
                <a:lnTo>
                  <a:pt x="227595" y="2282652"/>
                </a:lnTo>
                <a:lnTo>
                  <a:pt x="224168" y="2269112"/>
                </a:lnTo>
                <a:lnTo>
                  <a:pt x="228955" y="2259426"/>
                </a:lnTo>
                <a:lnTo>
                  <a:pt x="239601" y="2253248"/>
                </a:lnTo>
                <a:lnTo>
                  <a:pt x="252462" y="2249979"/>
                </a:lnTo>
                <a:lnTo>
                  <a:pt x="263893" y="2249023"/>
                </a:lnTo>
                <a:lnTo>
                  <a:pt x="274801" y="2246800"/>
                </a:lnTo>
                <a:lnTo>
                  <a:pt x="288781" y="2240810"/>
                </a:lnTo>
                <a:lnTo>
                  <a:pt x="327530" y="2221601"/>
                </a:lnTo>
                <a:lnTo>
                  <a:pt x="348786" y="2201089"/>
                </a:lnTo>
                <a:lnTo>
                  <a:pt x="374186" y="2178613"/>
                </a:lnTo>
                <a:lnTo>
                  <a:pt x="404409" y="2153048"/>
                </a:lnTo>
                <a:lnTo>
                  <a:pt x="406038" y="2144540"/>
                </a:lnTo>
                <a:lnTo>
                  <a:pt x="411649" y="2123115"/>
                </a:lnTo>
                <a:lnTo>
                  <a:pt x="422334" y="2094925"/>
                </a:lnTo>
                <a:lnTo>
                  <a:pt x="439181" y="2066119"/>
                </a:lnTo>
                <a:lnTo>
                  <a:pt x="460758" y="2045497"/>
                </a:lnTo>
                <a:lnTo>
                  <a:pt x="483908" y="2032401"/>
                </a:lnTo>
                <a:lnTo>
                  <a:pt x="507129" y="2018787"/>
                </a:lnTo>
                <a:lnTo>
                  <a:pt x="528920" y="1996613"/>
                </a:lnTo>
                <a:lnTo>
                  <a:pt x="504363" y="2006685"/>
                </a:lnTo>
                <a:lnTo>
                  <a:pt x="474858" y="2006563"/>
                </a:lnTo>
                <a:lnTo>
                  <a:pt x="450068" y="2002156"/>
                </a:lnTo>
                <a:lnTo>
                  <a:pt x="439657" y="1999374"/>
                </a:lnTo>
                <a:lnTo>
                  <a:pt x="431310" y="2004580"/>
                </a:lnTo>
                <a:lnTo>
                  <a:pt x="409958" y="2016310"/>
                </a:lnTo>
                <a:lnTo>
                  <a:pt x="381141" y="2028737"/>
                </a:lnTo>
                <a:lnTo>
                  <a:pt x="350394" y="2036031"/>
                </a:lnTo>
                <a:lnTo>
                  <a:pt x="322468" y="2037276"/>
                </a:lnTo>
                <a:lnTo>
                  <a:pt x="298963" y="2034853"/>
                </a:lnTo>
                <a:lnTo>
                  <a:pt x="280691" y="2027877"/>
                </a:lnTo>
                <a:lnTo>
                  <a:pt x="268466" y="2015465"/>
                </a:lnTo>
                <a:lnTo>
                  <a:pt x="263853" y="2001740"/>
                </a:lnTo>
                <a:lnTo>
                  <a:pt x="266930" y="1991353"/>
                </a:lnTo>
                <a:lnTo>
                  <a:pt x="276276" y="1984215"/>
                </a:lnTo>
                <a:lnTo>
                  <a:pt x="290472" y="1980237"/>
                </a:lnTo>
                <a:lnTo>
                  <a:pt x="296199" y="1972502"/>
                </a:lnTo>
                <a:lnTo>
                  <a:pt x="306917" y="1966847"/>
                </a:lnTo>
                <a:lnTo>
                  <a:pt x="321084" y="1960675"/>
                </a:lnTo>
                <a:lnTo>
                  <a:pt x="337152" y="1951387"/>
                </a:lnTo>
                <a:lnTo>
                  <a:pt x="347741" y="1936117"/>
                </a:lnTo>
                <a:lnTo>
                  <a:pt x="362493" y="1923347"/>
                </a:lnTo>
                <a:lnTo>
                  <a:pt x="376458" y="1913147"/>
                </a:lnTo>
                <a:lnTo>
                  <a:pt x="384689" y="1905590"/>
                </a:lnTo>
                <a:lnTo>
                  <a:pt x="428590" y="1861365"/>
                </a:lnTo>
                <a:lnTo>
                  <a:pt x="478295" y="1832475"/>
                </a:lnTo>
                <a:lnTo>
                  <a:pt x="497447" y="1817089"/>
                </a:lnTo>
                <a:lnTo>
                  <a:pt x="509902" y="1804703"/>
                </a:lnTo>
                <a:lnTo>
                  <a:pt x="514345" y="1799618"/>
                </a:lnTo>
                <a:lnTo>
                  <a:pt x="504966" y="1803822"/>
                </a:lnTo>
                <a:lnTo>
                  <a:pt x="482824" y="1813114"/>
                </a:lnTo>
                <a:lnTo>
                  <a:pt x="456914" y="1822514"/>
                </a:lnTo>
                <a:lnTo>
                  <a:pt x="436228" y="1827039"/>
                </a:lnTo>
                <a:lnTo>
                  <a:pt x="422463" y="1827353"/>
                </a:lnTo>
                <a:lnTo>
                  <a:pt x="410637" y="1826480"/>
                </a:lnTo>
                <a:lnTo>
                  <a:pt x="399722" y="1822982"/>
                </a:lnTo>
                <a:lnTo>
                  <a:pt x="388691" y="1815423"/>
                </a:lnTo>
                <a:lnTo>
                  <a:pt x="375672" y="1813290"/>
                </a:lnTo>
                <a:lnTo>
                  <a:pt x="368066" y="1807497"/>
                </a:lnTo>
                <a:lnTo>
                  <a:pt x="364818" y="1798954"/>
                </a:lnTo>
                <a:lnTo>
                  <a:pt x="364874" y="1788573"/>
                </a:lnTo>
                <a:lnTo>
                  <a:pt x="369181" y="1780886"/>
                </a:lnTo>
                <a:lnTo>
                  <a:pt x="377390" y="1777493"/>
                </a:lnTo>
                <a:lnTo>
                  <a:pt x="386510" y="1774903"/>
                </a:lnTo>
                <a:lnTo>
                  <a:pt x="393549" y="1769626"/>
                </a:lnTo>
                <a:lnTo>
                  <a:pt x="401815" y="1763004"/>
                </a:lnTo>
                <a:lnTo>
                  <a:pt x="415877" y="1756855"/>
                </a:lnTo>
                <a:lnTo>
                  <a:pt x="434636" y="1748404"/>
                </a:lnTo>
                <a:lnTo>
                  <a:pt x="476288" y="1715301"/>
                </a:lnTo>
                <a:lnTo>
                  <a:pt x="493367" y="1677620"/>
                </a:lnTo>
                <a:lnTo>
                  <a:pt x="494816" y="1670795"/>
                </a:lnTo>
                <a:lnTo>
                  <a:pt x="478759" y="1670680"/>
                </a:lnTo>
                <a:lnTo>
                  <a:pt x="442741" y="1669878"/>
                </a:lnTo>
                <a:lnTo>
                  <a:pt x="383737" y="1663463"/>
                </a:lnTo>
                <a:lnTo>
                  <a:pt x="374962" y="1640300"/>
                </a:lnTo>
                <a:lnTo>
                  <a:pt x="375163" y="1629282"/>
                </a:lnTo>
                <a:lnTo>
                  <a:pt x="376931" y="1618553"/>
                </a:lnTo>
                <a:lnTo>
                  <a:pt x="382093" y="1610358"/>
                </a:lnTo>
                <a:lnTo>
                  <a:pt x="391721" y="1604913"/>
                </a:lnTo>
                <a:lnTo>
                  <a:pt x="406886" y="1602432"/>
                </a:lnTo>
                <a:lnTo>
                  <a:pt x="420205" y="1599919"/>
                </a:lnTo>
                <a:lnTo>
                  <a:pt x="427058" y="1594827"/>
                </a:lnTo>
                <a:lnTo>
                  <a:pt x="432661" y="1588038"/>
                </a:lnTo>
                <a:lnTo>
                  <a:pt x="442229" y="1580438"/>
                </a:lnTo>
                <a:lnTo>
                  <a:pt x="453858" y="1574881"/>
                </a:lnTo>
                <a:lnTo>
                  <a:pt x="463307" y="1571405"/>
                </a:lnTo>
                <a:lnTo>
                  <a:pt x="472291" y="1566660"/>
                </a:lnTo>
                <a:lnTo>
                  <a:pt x="482526" y="1557301"/>
                </a:lnTo>
                <a:lnTo>
                  <a:pt x="493823" y="1545584"/>
                </a:lnTo>
                <a:lnTo>
                  <a:pt x="505235" y="1535688"/>
                </a:lnTo>
                <a:lnTo>
                  <a:pt x="517344" y="1527148"/>
                </a:lnTo>
                <a:lnTo>
                  <a:pt x="530730" y="1519502"/>
                </a:lnTo>
                <a:lnTo>
                  <a:pt x="544245" y="1510909"/>
                </a:lnTo>
                <a:lnTo>
                  <a:pt x="556821" y="1498959"/>
                </a:lnTo>
                <a:lnTo>
                  <a:pt x="569165" y="1482333"/>
                </a:lnTo>
                <a:lnTo>
                  <a:pt x="581983" y="1459708"/>
                </a:lnTo>
                <a:lnTo>
                  <a:pt x="572650" y="1451805"/>
                </a:lnTo>
                <a:lnTo>
                  <a:pt x="568836" y="1443331"/>
                </a:lnTo>
                <a:lnTo>
                  <a:pt x="568238" y="1436571"/>
                </a:lnTo>
                <a:lnTo>
                  <a:pt x="568551" y="1433810"/>
                </a:lnTo>
                <a:lnTo>
                  <a:pt x="518537" y="1433524"/>
                </a:lnTo>
                <a:lnTo>
                  <a:pt x="479539" y="1428664"/>
                </a:lnTo>
                <a:lnTo>
                  <a:pt x="459239" y="1403024"/>
                </a:lnTo>
                <a:lnTo>
                  <a:pt x="460675" y="1387775"/>
                </a:lnTo>
                <a:lnTo>
                  <a:pt x="469203" y="1375739"/>
                </a:lnTo>
                <a:lnTo>
                  <a:pt x="483098" y="1370113"/>
                </a:lnTo>
                <a:lnTo>
                  <a:pt x="499853" y="1367908"/>
                </a:lnTo>
                <a:lnTo>
                  <a:pt x="517465" y="1362900"/>
                </a:lnTo>
                <a:lnTo>
                  <a:pt x="534970" y="1353430"/>
                </a:lnTo>
                <a:lnTo>
                  <a:pt x="551403" y="1337835"/>
                </a:lnTo>
                <a:lnTo>
                  <a:pt x="567577" y="1320767"/>
                </a:lnTo>
                <a:lnTo>
                  <a:pt x="584198" y="1306903"/>
                </a:lnTo>
                <a:lnTo>
                  <a:pt x="600140" y="1294628"/>
                </a:lnTo>
                <a:lnTo>
                  <a:pt x="614278" y="1282326"/>
                </a:lnTo>
                <a:lnTo>
                  <a:pt x="627013" y="1272722"/>
                </a:lnTo>
                <a:lnTo>
                  <a:pt x="663720" y="1251192"/>
                </a:lnTo>
                <a:lnTo>
                  <a:pt x="690138" y="1207007"/>
                </a:lnTo>
                <a:lnTo>
                  <a:pt x="692395" y="1201776"/>
                </a:lnTo>
                <a:lnTo>
                  <a:pt x="683218" y="1206028"/>
                </a:lnTo>
                <a:lnTo>
                  <a:pt x="661565" y="1215653"/>
                </a:lnTo>
                <a:lnTo>
                  <a:pt x="636250" y="1225957"/>
                </a:lnTo>
                <a:lnTo>
                  <a:pt x="616088" y="1232244"/>
                </a:lnTo>
                <a:lnTo>
                  <a:pt x="603696" y="1234943"/>
                </a:lnTo>
                <a:lnTo>
                  <a:pt x="592045" y="1238909"/>
                </a:lnTo>
                <a:lnTo>
                  <a:pt x="575483" y="1246089"/>
                </a:lnTo>
                <a:lnTo>
                  <a:pt x="548354" y="1258428"/>
                </a:lnTo>
                <a:lnTo>
                  <a:pt x="518861" y="1268898"/>
                </a:lnTo>
                <a:lnTo>
                  <a:pt x="498102" y="1270782"/>
                </a:lnTo>
                <a:lnTo>
                  <a:pt x="484774" y="1266488"/>
                </a:lnTo>
                <a:lnTo>
                  <a:pt x="477573" y="1258428"/>
                </a:lnTo>
                <a:lnTo>
                  <a:pt x="476202" y="1248975"/>
                </a:lnTo>
                <a:lnTo>
                  <a:pt x="480323" y="1239004"/>
                </a:lnTo>
                <a:lnTo>
                  <a:pt x="511908" y="1206940"/>
                </a:lnTo>
                <a:lnTo>
                  <a:pt x="542247" y="1183193"/>
                </a:lnTo>
                <a:lnTo>
                  <a:pt x="562454" y="1172355"/>
                </a:lnTo>
                <a:lnTo>
                  <a:pt x="581935" y="1159670"/>
                </a:lnTo>
                <a:lnTo>
                  <a:pt x="595630" y="1144851"/>
                </a:lnTo>
                <a:lnTo>
                  <a:pt x="603715" y="1132549"/>
                </a:lnTo>
                <a:lnTo>
                  <a:pt x="606371" y="1127415"/>
                </a:lnTo>
                <a:lnTo>
                  <a:pt x="604321" y="1126594"/>
                </a:lnTo>
                <a:lnTo>
                  <a:pt x="598261" y="1125058"/>
                </a:lnTo>
                <a:lnTo>
                  <a:pt x="588326" y="1124202"/>
                </a:lnTo>
                <a:lnTo>
                  <a:pt x="574648" y="1125416"/>
                </a:lnTo>
                <a:lnTo>
                  <a:pt x="559356" y="1127269"/>
                </a:lnTo>
                <a:lnTo>
                  <a:pt x="545413" y="1126677"/>
                </a:lnTo>
                <a:lnTo>
                  <a:pt x="534203" y="1122550"/>
                </a:lnTo>
                <a:lnTo>
                  <a:pt x="527110" y="1113800"/>
                </a:lnTo>
                <a:lnTo>
                  <a:pt x="525406" y="1103067"/>
                </a:lnTo>
                <a:lnTo>
                  <a:pt x="529480" y="1093353"/>
                </a:lnTo>
                <a:lnTo>
                  <a:pt x="539395" y="1084102"/>
                </a:lnTo>
                <a:lnTo>
                  <a:pt x="555214" y="1074762"/>
                </a:lnTo>
                <a:lnTo>
                  <a:pt x="574372" y="1063203"/>
                </a:lnTo>
                <a:lnTo>
                  <a:pt x="594022" y="1049340"/>
                </a:lnTo>
                <a:lnTo>
                  <a:pt x="613797" y="1035692"/>
                </a:lnTo>
                <a:lnTo>
                  <a:pt x="633331" y="1024776"/>
                </a:lnTo>
                <a:lnTo>
                  <a:pt x="648104" y="1016104"/>
                </a:lnTo>
                <a:lnTo>
                  <a:pt x="672757" y="993297"/>
                </a:lnTo>
                <a:lnTo>
                  <a:pt x="697444" y="975360"/>
                </a:lnTo>
                <a:lnTo>
                  <a:pt x="733087" y="945494"/>
                </a:lnTo>
                <a:lnTo>
                  <a:pt x="769238" y="907176"/>
                </a:lnTo>
                <a:lnTo>
                  <a:pt x="797262" y="874123"/>
                </a:lnTo>
                <a:lnTo>
                  <a:pt x="808523" y="860057"/>
                </a:lnTo>
                <a:lnTo>
                  <a:pt x="774990" y="874054"/>
                </a:lnTo>
                <a:lnTo>
                  <a:pt x="763263" y="877340"/>
                </a:lnTo>
                <a:lnTo>
                  <a:pt x="752555" y="876636"/>
                </a:lnTo>
                <a:lnTo>
                  <a:pt x="738417" y="873879"/>
                </a:lnTo>
                <a:lnTo>
                  <a:pt x="695351" y="868336"/>
                </a:lnTo>
                <a:lnTo>
                  <a:pt x="684250" y="863782"/>
                </a:lnTo>
                <a:lnTo>
                  <a:pt x="678864" y="855676"/>
                </a:lnTo>
                <a:lnTo>
                  <a:pt x="674962" y="842348"/>
                </a:lnTo>
                <a:lnTo>
                  <a:pt x="678927" y="825208"/>
                </a:lnTo>
                <a:lnTo>
                  <a:pt x="696110" y="807345"/>
                </a:lnTo>
                <a:lnTo>
                  <a:pt x="720724" y="789607"/>
                </a:lnTo>
                <a:lnTo>
                  <a:pt x="746982" y="772842"/>
                </a:lnTo>
                <a:lnTo>
                  <a:pt x="766682" y="757613"/>
                </a:lnTo>
                <a:lnTo>
                  <a:pt x="778336" y="742838"/>
                </a:lnTo>
                <a:lnTo>
                  <a:pt x="786221" y="726903"/>
                </a:lnTo>
                <a:lnTo>
                  <a:pt x="794614" y="708193"/>
                </a:lnTo>
                <a:lnTo>
                  <a:pt x="808129" y="690424"/>
                </a:lnTo>
                <a:lnTo>
                  <a:pt x="826778" y="674226"/>
                </a:lnTo>
                <a:lnTo>
                  <a:pt x="847946" y="653350"/>
                </a:lnTo>
                <a:lnTo>
                  <a:pt x="869016" y="621549"/>
                </a:lnTo>
                <a:lnTo>
                  <a:pt x="845901" y="628876"/>
                </a:lnTo>
                <a:lnTo>
                  <a:pt x="824134" y="628821"/>
                </a:lnTo>
                <a:lnTo>
                  <a:pt x="806494" y="621321"/>
                </a:lnTo>
                <a:lnTo>
                  <a:pt x="795757" y="606315"/>
                </a:lnTo>
                <a:lnTo>
                  <a:pt x="797776" y="585204"/>
                </a:lnTo>
                <a:lnTo>
                  <a:pt x="815334" y="558328"/>
                </a:lnTo>
                <a:lnTo>
                  <a:pt x="846611" y="524024"/>
                </a:lnTo>
                <a:lnTo>
                  <a:pt x="889784" y="480634"/>
                </a:lnTo>
                <a:lnTo>
                  <a:pt x="871425" y="486445"/>
                </a:lnTo>
                <a:lnTo>
                  <a:pt x="852583" y="485061"/>
                </a:lnTo>
                <a:lnTo>
                  <a:pt x="838314" y="475680"/>
                </a:lnTo>
                <a:lnTo>
                  <a:pt x="833673" y="457497"/>
                </a:lnTo>
                <a:lnTo>
                  <a:pt x="852556" y="434454"/>
                </a:lnTo>
                <a:lnTo>
                  <a:pt x="892142" y="410260"/>
                </a:lnTo>
                <a:lnTo>
                  <a:pt x="932406" y="383762"/>
                </a:lnTo>
                <a:lnTo>
                  <a:pt x="953326" y="353810"/>
                </a:lnTo>
                <a:lnTo>
                  <a:pt x="959449" y="328636"/>
                </a:lnTo>
                <a:lnTo>
                  <a:pt x="967520" y="311726"/>
                </a:lnTo>
                <a:lnTo>
                  <a:pt x="975805" y="294817"/>
                </a:lnTo>
                <a:lnTo>
                  <a:pt x="982572" y="269642"/>
                </a:lnTo>
                <a:lnTo>
                  <a:pt x="993441" y="241583"/>
                </a:lnTo>
                <a:lnTo>
                  <a:pt x="1010294" y="216406"/>
                </a:lnTo>
                <a:lnTo>
                  <a:pt x="1025790" y="186428"/>
                </a:lnTo>
                <a:lnTo>
                  <a:pt x="1032586" y="143961"/>
                </a:lnTo>
                <a:lnTo>
                  <a:pt x="1036303" y="92627"/>
                </a:lnTo>
                <a:lnTo>
                  <a:pt x="1045816" y="46344"/>
                </a:lnTo>
                <a:lnTo>
                  <a:pt x="1058669" y="12880"/>
                </a:lnTo>
                <a:lnTo>
                  <a:pt x="1072407" y="0"/>
                </a:lnTo>
                <a:lnTo>
                  <a:pt x="1086174" y="12865"/>
                </a:lnTo>
                <a:lnTo>
                  <a:pt x="1099093" y="46296"/>
                </a:lnTo>
                <a:lnTo>
                  <a:pt x="1108672" y="92546"/>
                </a:lnTo>
                <a:lnTo>
                  <a:pt x="1112418" y="143866"/>
                </a:lnTo>
                <a:lnTo>
                  <a:pt x="1119215" y="186332"/>
                </a:lnTo>
                <a:lnTo>
                  <a:pt x="1134710" y="216311"/>
                </a:lnTo>
                <a:lnTo>
                  <a:pt x="1151563" y="241487"/>
                </a:lnTo>
                <a:lnTo>
                  <a:pt x="1162433" y="269547"/>
                </a:lnTo>
                <a:lnTo>
                  <a:pt x="1169186" y="294735"/>
                </a:lnTo>
                <a:lnTo>
                  <a:pt x="1185515" y="328580"/>
                </a:lnTo>
                <a:lnTo>
                  <a:pt x="1191679" y="353715"/>
                </a:lnTo>
                <a:lnTo>
                  <a:pt x="1212639" y="383626"/>
                </a:lnTo>
                <a:lnTo>
                  <a:pt x="1252899" y="410128"/>
                </a:lnTo>
                <a:lnTo>
                  <a:pt x="1292462" y="434345"/>
                </a:lnTo>
                <a:lnTo>
                  <a:pt x="1311332" y="457402"/>
                </a:lnTo>
                <a:lnTo>
                  <a:pt x="1306704" y="475584"/>
                </a:lnTo>
                <a:lnTo>
                  <a:pt x="1292457" y="484966"/>
                </a:lnTo>
                <a:lnTo>
                  <a:pt x="1273620" y="486349"/>
                </a:lnTo>
                <a:lnTo>
                  <a:pt x="1255221" y="480538"/>
                </a:lnTo>
                <a:lnTo>
                  <a:pt x="1298447" y="523929"/>
                </a:lnTo>
                <a:lnTo>
                  <a:pt x="1329742" y="558232"/>
                </a:lnTo>
                <a:lnTo>
                  <a:pt x="1347282" y="585109"/>
                </a:lnTo>
                <a:lnTo>
                  <a:pt x="1349247" y="606219"/>
                </a:lnTo>
                <a:lnTo>
                  <a:pt x="1338470" y="621226"/>
                </a:lnTo>
                <a:lnTo>
                  <a:pt x="1320834" y="628725"/>
                </a:lnTo>
                <a:lnTo>
                  <a:pt x="1299090" y="628780"/>
                </a:lnTo>
                <a:lnTo>
                  <a:pt x="1275988" y="621453"/>
                </a:lnTo>
                <a:lnTo>
                  <a:pt x="1297058" y="653268"/>
                </a:lnTo>
                <a:lnTo>
                  <a:pt x="1318226" y="674166"/>
                </a:lnTo>
                <a:lnTo>
                  <a:pt x="1336876" y="690368"/>
                </a:lnTo>
                <a:lnTo>
                  <a:pt x="1350390" y="708097"/>
                </a:lnTo>
                <a:lnTo>
                  <a:pt x="1366633" y="742707"/>
                </a:lnTo>
                <a:lnTo>
                  <a:pt x="1398023" y="772747"/>
                </a:lnTo>
                <a:lnTo>
                  <a:pt x="1424320" y="789525"/>
                </a:lnTo>
                <a:lnTo>
                  <a:pt x="1448930" y="807285"/>
                </a:lnTo>
                <a:lnTo>
                  <a:pt x="1466091" y="825152"/>
                </a:lnTo>
                <a:lnTo>
                  <a:pt x="1470043" y="842252"/>
                </a:lnTo>
                <a:lnTo>
                  <a:pt x="1466140" y="855540"/>
                </a:lnTo>
                <a:lnTo>
                  <a:pt x="1460755" y="863651"/>
                </a:lnTo>
                <a:lnTo>
                  <a:pt x="1449653" y="868227"/>
                </a:lnTo>
                <a:lnTo>
                  <a:pt x="1406587" y="873784"/>
                </a:lnTo>
                <a:lnTo>
                  <a:pt x="1392450" y="876541"/>
                </a:lnTo>
                <a:lnTo>
                  <a:pt x="1381741" y="877244"/>
                </a:lnTo>
                <a:lnTo>
                  <a:pt x="1370015" y="873958"/>
                </a:lnTo>
                <a:lnTo>
                  <a:pt x="1357059" y="868437"/>
                </a:lnTo>
                <a:lnTo>
                  <a:pt x="1336481" y="859962"/>
                </a:lnTo>
                <a:lnTo>
                  <a:pt x="1375766" y="907080"/>
                </a:lnTo>
                <a:lnTo>
                  <a:pt x="1411918" y="945399"/>
                </a:lnTo>
                <a:lnTo>
                  <a:pt x="1447560" y="975264"/>
                </a:lnTo>
                <a:lnTo>
                  <a:pt x="1472261" y="993202"/>
                </a:lnTo>
                <a:lnTo>
                  <a:pt x="1496940" y="1016008"/>
                </a:lnTo>
                <a:lnTo>
                  <a:pt x="1511674" y="1024680"/>
                </a:lnTo>
                <a:lnTo>
                  <a:pt x="1531167" y="1035583"/>
                </a:lnTo>
                <a:lnTo>
                  <a:pt x="1550947" y="1049209"/>
                </a:lnTo>
                <a:lnTo>
                  <a:pt x="1570619" y="1063067"/>
                </a:lnTo>
                <a:lnTo>
                  <a:pt x="1589791" y="1074667"/>
                </a:lnTo>
                <a:lnTo>
                  <a:pt x="1605609" y="1084033"/>
                </a:lnTo>
                <a:lnTo>
                  <a:pt x="1615524" y="1093257"/>
                </a:lnTo>
                <a:lnTo>
                  <a:pt x="1619598" y="1102945"/>
                </a:lnTo>
                <a:lnTo>
                  <a:pt x="1617894" y="1113704"/>
                </a:lnTo>
                <a:lnTo>
                  <a:pt x="1610815" y="1122508"/>
                </a:lnTo>
                <a:lnTo>
                  <a:pt x="1599627" y="1126653"/>
                </a:lnTo>
                <a:lnTo>
                  <a:pt x="1585688" y="1127227"/>
                </a:lnTo>
                <a:lnTo>
                  <a:pt x="1570357" y="1125320"/>
                </a:lnTo>
                <a:lnTo>
                  <a:pt x="1556639" y="1124066"/>
                </a:lnTo>
                <a:lnTo>
                  <a:pt x="1546707" y="1124927"/>
                </a:lnTo>
                <a:lnTo>
                  <a:pt x="1540670" y="1126485"/>
                </a:lnTo>
                <a:lnTo>
                  <a:pt x="1538633" y="1127319"/>
                </a:lnTo>
                <a:lnTo>
                  <a:pt x="1541289" y="1132440"/>
                </a:lnTo>
                <a:lnTo>
                  <a:pt x="1549375" y="1144719"/>
                </a:lnTo>
                <a:lnTo>
                  <a:pt x="1563069" y="1159534"/>
                </a:lnTo>
                <a:lnTo>
                  <a:pt x="1582551" y="1172260"/>
                </a:lnTo>
                <a:lnTo>
                  <a:pt x="1602757" y="1183138"/>
                </a:lnTo>
                <a:lnTo>
                  <a:pt x="1619240" y="1194944"/>
                </a:lnTo>
                <a:lnTo>
                  <a:pt x="1656433" y="1228581"/>
                </a:lnTo>
                <a:lnTo>
                  <a:pt x="1668803" y="1248879"/>
                </a:lnTo>
                <a:lnTo>
                  <a:pt x="1667432" y="1258332"/>
                </a:lnTo>
                <a:lnTo>
                  <a:pt x="1660230" y="1266393"/>
                </a:lnTo>
                <a:lnTo>
                  <a:pt x="1646902" y="1270686"/>
                </a:lnTo>
                <a:lnTo>
                  <a:pt x="1626143" y="1268803"/>
                </a:lnTo>
                <a:lnTo>
                  <a:pt x="1596650" y="1258332"/>
                </a:lnTo>
                <a:lnTo>
                  <a:pt x="1569522" y="1245993"/>
                </a:lnTo>
                <a:lnTo>
                  <a:pt x="1552959" y="1238814"/>
                </a:lnTo>
                <a:lnTo>
                  <a:pt x="1541308" y="1234847"/>
                </a:lnTo>
                <a:lnTo>
                  <a:pt x="1528917" y="1232149"/>
                </a:lnTo>
                <a:lnTo>
                  <a:pt x="1508755" y="1225862"/>
                </a:lnTo>
                <a:lnTo>
                  <a:pt x="1483440" y="1215558"/>
                </a:lnTo>
                <a:lnTo>
                  <a:pt x="1461786" y="1205932"/>
                </a:lnTo>
                <a:lnTo>
                  <a:pt x="1452609" y="1201681"/>
                </a:lnTo>
                <a:lnTo>
                  <a:pt x="1454853" y="1206911"/>
                </a:lnTo>
                <a:lnTo>
                  <a:pt x="1481284" y="1251096"/>
                </a:lnTo>
                <a:lnTo>
                  <a:pt x="1518044" y="1272626"/>
                </a:lnTo>
                <a:lnTo>
                  <a:pt x="1530727" y="1282231"/>
                </a:lnTo>
                <a:lnTo>
                  <a:pt x="1544824" y="1294546"/>
                </a:lnTo>
                <a:lnTo>
                  <a:pt x="1560771" y="1306843"/>
                </a:lnTo>
                <a:lnTo>
                  <a:pt x="1577414" y="1320712"/>
                </a:lnTo>
                <a:lnTo>
                  <a:pt x="1610035" y="1353294"/>
                </a:lnTo>
                <a:lnTo>
                  <a:pt x="1661906" y="1370017"/>
                </a:lnTo>
                <a:lnTo>
                  <a:pt x="1675815" y="1375643"/>
                </a:lnTo>
                <a:lnTo>
                  <a:pt x="1684365" y="1387679"/>
                </a:lnTo>
                <a:lnTo>
                  <a:pt x="1685806" y="1402928"/>
                </a:lnTo>
                <a:lnTo>
                  <a:pt x="1678387" y="1418195"/>
                </a:lnTo>
                <a:lnTo>
                  <a:pt x="1665425" y="1428568"/>
                </a:lnTo>
                <a:lnTo>
                  <a:pt x="1651928" y="1432917"/>
                </a:lnTo>
                <a:lnTo>
                  <a:pt x="1638680" y="1433713"/>
                </a:lnTo>
                <a:lnTo>
                  <a:pt x="1626468" y="1433429"/>
                </a:lnTo>
                <a:lnTo>
                  <a:pt x="1576454" y="1433714"/>
                </a:lnTo>
                <a:lnTo>
                  <a:pt x="1576753" y="1436476"/>
                </a:lnTo>
                <a:lnTo>
                  <a:pt x="1576132" y="1443236"/>
                </a:lnTo>
                <a:lnTo>
                  <a:pt x="1572314" y="1451710"/>
                </a:lnTo>
                <a:lnTo>
                  <a:pt x="1563021" y="1459612"/>
                </a:lnTo>
                <a:lnTo>
                  <a:pt x="1575839" y="1482251"/>
                </a:lnTo>
                <a:lnTo>
                  <a:pt x="1588183" y="1498899"/>
                </a:lnTo>
                <a:lnTo>
                  <a:pt x="1600760" y="1510853"/>
                </a:lnTo>
                <a:lnTo>
                  <a:pt x="1614274" y="1519406"/>
                </a:lnTo>
                <a:lnTo>
                  <a:pt x="1627660" y="1527013"/>
                </a:lnTo>
                <a:lnTo>
                  <a:pt x="1639769" y="1535557"/>
                </a:lnTo>
                <a:lnTo>
                  <a:pt x="1651182" y="1545475"/>
                </a:lnTo>
                <a:lnTo>
                  <a:pt x="1662478" y="1557206"/>
                </a:lnTo>
                <a:lnTo>
                  <a:pt x="1672726" y="1566551"/>
                </a:lnTo>
                <a:lnTo>
                  <a:pt x="1681733" y="1571273"/>
                </a:lnTo>
                <a:lnTo>
                  <a:pt x="1691187" y="1574745"/>
                </a:lnTo>
                <a:lnTo>
                  <a:pt x="1702775" y="1580342"/>
                </a:lnTo>
                <a:lnTo>
                  <a:pt x="1712303" y="1587983"/>
                </a:lnTo>
                <a:lnTo>
                  <a:pt x="1717910" y="1594767"/>
                </a:lnTo>
                <a:lnTo>
                  <a:pt x="1724786" y="1599837"/>
                </a:lnTo>
                <a:lnTo>
                  <a:pt x="1738118" y="1602336"/>
                </a:lnTo>
                <a:lnTo>
                  <a:pt x="1753283" y="1604818"/>
                </a:lnTo>
                <a:lnTo>
                  <a:pt x="1762911" y="1610263"/>
                </a:lnTo>
                <a:lnTo>
                  <a:pt x="1768073" y="1618457"/>
                </a:lnTo>
                <a:lnTo>
                  <a:pt x="1769842" y="1629186"/>
                </a:lnTo>
                <a:lnTo>
                  <a:pt x="1770029" y="1640204"/>
                </a:lnTo>
                <a:lnTo>
                  <a:pt x="1769199" y="1649491"/>
                </a:lnTo>
                <a:lnTo>
                  <a:pt x="1702299" y="1669783"/>
                </a:lnTo>
                <a:lnTo>
                  <a:pt x="1650189" y="1670699"/>
                </a:lnTo>
                <a:lnTo>
                  <a:pt x="1651637" y="1677538"/>
                </a:lnTo>
                <a:lnTo>
                  <a:pt x="1668716" y="1715245"/>
                </a:lnTo>
                <a:lnTo>
                  <a:pt x="1710368" y="1748268"/>
                </a:lnTo>
                <a:lnTo>
                  <a:pt x="1743190" y="1762895"/>
                </a:lnTo>
                <a:lnTo>
                  <a:pt x="1751456" y="1769530"/>
                </a:lnTo>
                <a:lnTo>
                  <a:pt x="1758495" y="1774807"/>
                </a:lnTo>
                <a:lnTo>
                  <a:pt x="1767615" y="1777397"/>
                </a:lnTo>
                <a:lnTo>
                  <a:pt x="1775824" y="1780791"/>
                </a:lnTo>
                <a:lnTo>
                  <a:pt x="1780130" y="1788478"/>
                </a:lnTo>
                <a:lnTo>
                  <a:pt x="1780173" y="1798859"/>
                </a:lnTo>
                <a:lnTo>
                  <a:pt x="1776903" y="1807401"/>
                </a:lnTo>
                <a:lnTo>
                  <a:pt x="1769292" y="1813194"/>
                </a:lnTo>
                <a:lnTo>
                  <a:pt x="1756314" y="1815328"/>
                </a:lnTo>
                <a:lnTo>
                  <a:pt x="1745283" y="1822887"/>
                </a:lnTo>
                <a:lnTo>
                  <a:pt x="1734367" y="1826384"/>
                </a:lnTo>
                <a:lnTo>
                  <a:pt x="1722541" y="1827257"/>
                </a:lnTo>
                <a:lnTo>
                  <a:pt x="1708777" y="1826944"/>
                </a:lnTo>
                <a:lnTo>
                  <a:pt x="1688091" y="1822418"/>
                </a:lnTo>
                <a:lnTo>
                  <a:pt x="1662180" y="1813019"/>
                </a:lnTo>
                <a:lnTo>
                  <a:pt x="1640039" y="1803726"/>
                </a:lnTo>
                <a:lnTo>
                  <a:pt x="1630660" y="1799522"/>
                </a:lnTo>
                <a:lnTo>
                  <a:pt x="1635116" y="1804607"/>
                </a:lnTo>
                <a:lnTo>
                  <a:pt x="1647593" y="1816994"/>
                </a:lnTo>
                <a:lnTo>
                  <a:pt x="1666750" y="1832380"/>
                </a:lnTo>
                <a:lnTo>
                  <a:pt x="1691248" y="1846462"/>
                </a:lnTo>
                <a:lnTo>
                  <a:pt x="1716374" y="1861269"/>
                </a:lnTo>
                <a:lnTo>
                  <a:pt x="1737285" y="1878870"/>
                </a:lnTo>
                <a:lnTo>
                  <a:pt x="1752444" y="1895025"/>
                </a:lnTo>
                <a:lnTo>
                  <a:pt x="1760315" y="1905494"/>
                </a:lnTo>
                <a:lnTo>
                  <a:pt x="1768547" y="1913052"/>
                </a:lnTo>
                <a:lnTo>
                  <a:pt x="1782512" y="1923251"/>
                </a:lnTo>
                <a:lnTo>
                  <a:pt x="1797263" y="1936022"/>
                </a:lnTo>
                <a:lnTo>
                  <a:pt x="1807852" y="1951291"/>
                </a:lnTo>
                <a:lnTo>
                  <a:pt x="1823867" y="1960579"/>
                </a:lnTo>
                <a:lnTo>
                  <a:pt x="1838016" y="1966752"/>
                </a:lnTo>
                <a:lnTo>
                  <a:pt x="1848752" y="1972406"/>
                </a:lnTo>
                <a:lnTo>
                  <a:pt x="1854532" y="1980141"/>
                </a:lnTo>
                <a:lnTo>
                  <a:pt x="1868728" y="1984119"/>
                </a:lnTo>
                <a:lnTo>
                  <a:pt x="1878074" y="1991257"/>
                </a:lnTo>
                <a:lnTo>
                  <a:pt x="1881151" y="2001644"/>
                </a:lnTo>
                <a:lnTo>
                  <a:pt x="1876538" y="2015370"/>
                </a:lnTo>
                <a:lnTo>
                  <a:pt x="1864313" y="2027782"/>
                </a:lnTo>
                <a:lnTo>
                  <a:pt x="1846042" y="2034757"/>
                </a:lnTo>
                <a:lnTo>
                  <a:pt x="1822536" y="2037181"/>
                </a:lnTo>
                <a:lnTo>
                  <a:pt x="1794610" y="2035936"/>
                </a:lnTo>
                <a:lnTo>
                  <a:pt x="1763864" y="2028641"/>
                </a:lnTo>
                <a:lnTo>
                  <a:pt x="1735046" y="2016215"/>
                </a:lnTo>
                <a:lnTo>
                  <a:pt x="1713695" y="2004484"/>
                </a:lnTo>
                <a:lnTo>
                  <a:pt x="1705347" y="1999279"/>
                </a:lnTo>
                <a:lnTo>
                  <a:pt x="1694937" y="2002061"/>
                </a:lnTo>
                <a:lnTo>
                  <a:pt x="1670147" y="2006467"/>
                </a:lnTo>
                <a:lnTo>
                  <a:pt x="1640642" y="2006589"/>
                </a:lnTo>
                <a:lnTo>
                  <a:pt x="1616084" y="1996518"/>
                </a:lnTo>
                <a:lnTo>
                  <a:pt x="1637929" y="2018678"/>
                </a:lnTo>
                <a:lnTo>
                  <a:pt x="1661168" y="2032270"/>
                </a:lnTo>
                <a:lnTo>
                  <a:pt x="1684300" y="2045362"/>
                </a:lnTo>
                <a:lnTo>
                  <a:pt x="1705824" y="2066023"/>
                </a:lnTo>
                <a:lnTo>
                  <a:pt x="1722630" y="2094869"/>
                </a:lnTo>
                <a:lnTo>
                  <a:pt x="1733319" y="2123055"/>
                </a:lnTo>
                <a:lnTo>
                  <a:pt x="1738953" y="2144457"/>
                </a:lnTo>
                <a:lnTo>
                  <a:pt x="1740595" y="2152952"/>
                </a:lnTo>
                <a:lnTo>
                  <a:pt x="1770782" y="2178481"/>
                </a:lnTo>
                <a:lnTo>
                  <a:pt x="1796178" y="2200953"/>
                </a:lnTo>
                <a:lnTo>
                  <a:pt x="1817474" y="2221506"/>
                </a:lnTo>
                <a:lnTo>
                  <a:pt x="1856151" y="2240679"/>
                </a:lnTo>
                <a:lnTo>
                  <a:pt x="1870149" y="2246691"/>
                </a:lnTo>
                <a:lnTo>
                  <a:pt x="1881111" y="2248927"/>
                </a:lnTo>
                <a:lnTo>
                  <a:pt x="1892569" y="2249884"/>
                </a:lnTo>
                <a:lnTo>
                  <a:pt x="1905403" y="2253152"/>
                </a:lnTo>
                <a:lnTo>
                  <a:pt x="1916022" y="2259330"/>
                </a:lnTo>
                <a:lnTo>
                  <a:pt x="1920836" y="2269017"/>
                </a:lnTo>
                <a:lnTo>
                  <a:pt x="1917437" y="2282556"/>
                </a:lnTo>
                <a:lnTo>
                  <a:pt x="1904570" y="2297140"/>
                </a:lnTo>
                <a:lnTo>
                  <a:pt x="1880379" y="2308636"/>
                </a:lnTo>
                <a:lnTo>
                  <a:pt x="1843005" y="2312910"/>
                </a:lnTo>
                <a:lnTo>
                  <a:pt x="1823090" y="2324322"/>
                </a:lnTo>
                <a:lnTo>
                  <a:pt x="1806078" y="2328156"/>
                </a:lnTo>
                <a:lnTo>
                  <a:pt x="1790262" y="2325295"/>
                </a:lnTo>
                <a:lnTo>
                  <a:pt x="1773938" y="2316623"/>
                </a:lnTo>
                <a:lnTo>
                  <a:pt x="1752199" y="2305997"/>
                </a:lnTo>
                <a:lnTo>
                  <a:pt x="1722209" y="2297664"/>
                </a:lnTo>
                <a:lnTo>
                  <a:pt x="1685359" y="2293098"/>
                </a:lnTo>
                <a:lnTo>
                  <a:pt x="1643044" y="2293772"/>
                </a:lnTo>
                <a:lnTo>
                  <a:pt x="1687753" y="2324453"/>
                </a:lnTo>
                <a:lnTo>
                  <a:pt x="1731997" y="2355982"/>
                </a:lnTo>
                <a:lnTo>
                  <a:pt x="1774706" y="2387136"/>
                </a:lnTo>
                <a:lnTo>
                  <a:pt x="1814806" y="2416692"/>
                </a:lnTo>
                <a:lnTo>
                  <a:pt x="1853808" y="2443292"/>
                </a:lnTo>
                <a:lnTo>
                  <a:pt x="1891971" y="2465322"/>
                </a:lnTo>
                <a:lnTo>
                  <a:pt x="1926347" y="2481175"/>
                </a:lnTo>
                <a:lnTo>
                  <a:pt x="1953988" y="2489244"/>
                </a:lnTo>
                <a:lnTo>
                  <a:pt x="1968668" y="2498468"/>
                </a:lnTo>
                <a:lnTo>
                  <a:pt x="1928934" y="2542278"/>
                </a:lnTo>
                <a:lnTo>
                  <a:pt x="1877657" y="2549193"/>
                </a:lnTo>
                <a:lnTo>
                  <a:pt x="1855675" y="2550180"/>
                </a:lnTo>
                <a:lnTo>
                  <a:pt x="1860504" y="2556790"/>
                </a:lnTo>
                <a:lnTo>
                  <a:pt x="1875585" y="2573496"/>
                </a:lnTo>
                <a:lnTo>
                  <a:pt x="1901813" y="2595610"/>
                </a:lnTo>
                <a:lnTo>
                  <a:pt x="1940080" y="2618448"/>
                </a:lnTo>
                <a:lnTo>
                  <a:pt x="1981797" y="2641555"/>
                </a:lnTo>
                <a:lnTo>
                  <a:pt x="2018602" y="2663198"/>
                </a:lnTo>
                <a:lnTo>
                  <a:pt x="2051727" y="2676772"/>
                </a:lnTo>
                <a:lnTo>
                  <a:pt x="2082406" y="2675671"/>
                </a:lnTo>
                <a:lnTo>
                  <a:pt x="2103100" y="2673867"/>
                </a:lnTo>
                <a:lnTo>
                  <a:pt x="2108568" y="2684586"/>
                </a:lnTo>
                <a:lnTo>
                  <a:pt x="2103478" y="2700107"/>
                </a:lnTo>
                <a:lnTo>
                  <a:pt x="2092504" y="2712709"/>
                </a:lnTo>
                <a:lnTo>
                  <a:pt x="2079104" y="2720409"/>
                </a:lnTo>
                <a:lnTo>
                  <a:pt x="2064972" y="2727039"/>
                </a:lnTo>
                <a:lnTo>
                  <a:pt x="2052126" y="2733596"/>
                </a:lnTo>
                <a:lnTo>
                  <a:pt x="2042585" y="2741083"/>
                </a:lnTo>
                <a:lnTo>
                  <a:pt x="2035474" y="2747563"/>
                </a:lnTo>
                <a:lnTo>
                  <a:pt x="2026568" y="2751151"/>
                </a:lnTo>
                <a:lnTo>
                  <a:pt x="2012858" y="2752919"/>
                </a:lnTo>
                <a:lnTo>
                  <a:pt x="1991332" y="2753936"/>
                </a:lnTo>
                <a:lnTo>
                  <a:pt x="1964385" y="2748712"/>
                </a:lnTo>
                <a:lnTo>
                  <a:pt x="1938091" y="2735917"/>
                </a:lnTo>
                <a:lnTo>
                  <a:pt x="1914958" y="2722873"/>
                </a:lnTo>
                <a:lnTo>
                  <a:pt x="1897496" y="2716899"/>
                </a:lnTo>
                <a:lnTo>
                  <a:pt x="1889631" y="2721329"/>
                </a:lnTo>
                <a:lnTo>
                  <a:pt x="1889089" y="2731419"/>
                </a:lnTo>
                <a:lnTo>
                  <a:pt x="1889083" y="2742365"/>
                </a:lnTo>
                <a:lnTo>
                  <a:pt x="1882825" y="2749366"/>
                </a:lnTo>
                <a:lnTo>
                  <a:pt x="1869089" y="2752658"/>
                </a:lnTo>
                <a:lnTo>
                  <a:pt x="1850673" y="2753496"/>
                </a:lnTo>
                <a:lnTo>
                  <a:pt x="1826827" y="2748603"/>
                </a:lnTo>
                <a:lnTo>
                  <a:pt x="1796801" y="2734703"/>
                </a:lnTo>
                <a:lnTo>
                  <a:pt x="1767940" y="2719170"/>
                </a:lnTo>
                <a:lnTo>
                  <a:pt x="1747823" y="2710341"/>
                </a:lnTo>
                <a:lnTo>
                  <a:pt x="1736047" y="2706385"/>
                </a:lnTo>
                <a:lnTo>
                  <a:pt x="1732212" y="2705473"/>
                </a:lnTo>
                <a:lnTo>
                  <a:pt x="1739429" y="2720095"/>
                </a:lnTo>
                <a:lnTo>
                  <a:pt x="1761946" y="2755829"/>
                </a:lnTo>
                <a:lnTo>
                  <a:pt x="1801057" y="2800470"/>
                </a:lnTo>
                <a:lnTo>
                  <a:pt x="1858057" y="2841818"/>
                </a:lnTo>
                <a:lnTo>
                  <a:pt x="1915345" y="2866969"/>
                </a:lnTo>
                <a:lnTo>
                  <a:pt x="1956048" y="2877213"/>
                </a:lnTo>
                <a:lnTo>
                  <a:pt x="1982552" y="2881637"/>
                </a:lnTo>
                <a:lnTo>
                  <a:pt x="1997239" y="2889329"/>
                </a:lnTo>
                <a:lnTo>
                  <a:pt x="2002907" y="2902095"/>
                </a:lnTo>
                <a:lnTo>
                  <a:pt x="2002931" y="2914120"/>
                </a:lnTo>
                <a:lnTo>
                  <a:pt x="2000561" y="2923057"/>
                </a:lnTo>
                <a:lnTo>
                  <a:pt x="1999049" y="2926557"/>
                </a:lnTo>
                <a:lnTo>
                  <a:pt x="2008417" y="2929657"/>
                </a:lnTo>
                <a:lnTo>
                  <a:pt x="2036488" y="2935793"/>
                </a:lnTo>
                <a:lnTo>
                  <a:pt x="2083206" y="2940214"/>
                </a:lnTo>
                <a:lnTo>
                  <a:pt x="2148519" y="2938173"/>
                </a:lnTo>
                <a:lnTo>
                  <a:pt x="2192969" y="2941702"/>
                </a:lnTo>
                <a:lnTo>
                  <a:pt x="2170362" y="2979883"/>
                </a:lnTo>
                <a:lnTo>
                  <a:pt x="2135184" y="3005227"/>
                </a:lnTo>
                <a:lnTo>
                  <a:pt x="2075360" y="3032375"/>
                </a:lnTo>
                <a:lnTo>
                  <a:pt x="2015421" y="3045196"/>
                </a:lnTo>
                <a:lnTo>
                  <a:pt x="1932268" y="3059094"/>
                </a:lnTo>
                <a:lnTo>
                  <a:pt x="1940162" y="3066587"/>
                </a:lnTo>
                <a:lnTo>
                  <a:pt x="1956977" y="3084766"/>
                </a:lnTo>
                <a:lnTo>
                  <a:pt x="1972418" y="3107175"/>
                </a:lnTo>
                <a:lnTo>
                  <a:pt x="1976185" y="3127362"/>
                </a:lnTo>
                <a:lnTo>
                  <a:pt x="1959377" y="3137658"/>
                </a:lnTo>
                <a:lnTo>
                  <a:pt x="1926028" y="3137895"/>
                </a:lnTo>
                <a:lnTo>
                  <a:pt x="1885249" y="3132865"/>
                </a:lnTo>
                <a:lnTo>
                  <a:pt x="1846149" y="3127362"/>
                </a:lnTo>
                <a:lnTo>
                  <a:pt x="1807319" y="3123177"/>
                </a:lnTo>
                <a:lnTo>
                  <a:pt x="1763792" y="3116019"/>
                </a:lnTo>
                <a:lnTo>
                  <a:pt x="1719336" y="3101560"/>
                </a:lnTo>
                <a:lnTo>
                  <a:pt x="1677720" y="3075470"/>
                </a:lnTo>
                <a:lnTo>
                  <a:pt x="1704253" y="3101132"/>
                </a:lnTo>
                <a:lnTo>
                  <a:pt x="1718434" y="3120946"/>
                </a:lnTo>
                <a:lnTo>
                  <a:pt x="1720951" y="3135709"/>
                </a:lnTo>
                <a:lnTo>
                  <a:pt x="1712492" y="3146213"/>
                </a:lnTo>
                <a:lnTo>
                  <a:pt x="1683851" y="3151588"/>
                </a:lnTo>
                <a:lnTo>
                  <a:pt x="1633410" y="3150581"/>
                </a:lnTo>
                <a:lnTo>
                  <a:pt x="1573234" y="3143415"/>
                </a:lnTo>
                <a:lnTo>
                  <a:pt x="1515389" y="3130313"/>
                </a:lnTo>
                <a:lnTo>
                  <a:pt x="1531740" y="3155169"/>
                </a:lnTo>
                <a:lnTo>
                  <a:pt x="1537169" y="3172706"/>
                </a:lnTo>
                <a:lnTo>
                  <a:pt x="1533541" y="3185209"/>
                </a:lnTo>
                <a:lnTo>
                  <a:pt x="1522724" y="3194962"/>
                </a:lnTo>
                <a:lnTo>
                  <a:pt x="1488070" y="3200104"/>
                </a:lnTo>
                <a:lnTo>
                  <a:pt x="1429757" y="3199533"/>
                </a:lnTo>
                <a:lnTo>
                  <a:pt x="1374892" y="3196676"/>
                </a:lnTo>
                <a:lnTo>
                  <a:pt x="1350580" y="3194962"/>
                </a:lnTo>
                <a:lnTo>
                  <a:pt x="1353045" y="3198627"/>
                </a:lnTo>
                <a:lnTo>
                  <a:pt x="1357511" y="3207424"/>
                </a:lnTo>
                <a:lnTo>
                  <a:pt x="1359583" y="3218059"/>
                </a:lnTo>
                <a:lnTo>
                  <a:pt x="1354867" y="3227240"/>
                </a:lnTo>
                <a:lnTo>
                  <a:pt x="1324796" y="3229285"/>
                </a:lnTo>
                <a:lnTo>
                  <a:pt x="1268843" y="3222396"/>
                </a:lnTo>
                <a:lnTo>
                  <a:pt x="1209675" y="3209097"/>
                </a:lnTo>
                <a:lnTo>
                  <a:pt x="1169958" y="3191916"/>
                </a:lnTo>
                <a:lnTo>
                  <a:pt x="1177294" y="3365108"/>
                </a:lnTo>
                <a:lnTo>
                  <a:pt x="1793646" y="3369125"/>
                </a:lnTo>
                <a:lnTo>
                  <a:pt x="1945034" y="3370535"/>
                </a:lnTo>
                <a:lnTo>
                  <a:pt x="1999728" y="3378730"/>
                </a:lnTo>
                <a:lnTo>
                  <a:pt x="2047420" y="3395457"/>
                </a:lnTo>
                <a:lnTo>
                  <a:pt x="2081143" y="3411935"/>
                </a:lnTo>
                <a:lnTo>
                  <a:pt x="2093933" y="3419475"/>
                </a:lnTo>
                <a:close/>
              </a:path>
            </a:pathLst>
          </a:custGeom>
          <a:solidFill>
            <a:srgbClr val="000000">
              <a:alpha val="7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658786" y="6316623"/>
            <a:ext cx="3970205" cy="2808842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4288" y="6515551"/>
            <a:ext cx="5406272" cy="3419570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37752" y="6570768"/>
            <a:ext cx="5410189" cy="2514600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864607" y="1319784"/>
            <a:ext cx="9083039" cy="11490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921058" y="1106868"/>
            <a:ext cx="8557260" cy="11450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6E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45292" y="3113861"/>
            <a:ext cx="14977110" cy="6302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 u="heavy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73330" y="1197329"/>
            <a:ext cx="10221595" cy="1851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810"/>
              </a:lnSpc>
            </a:pPr>
            <a:r>
              <a:rPr sz="20025" spc="1455" baseline="-8322" dirty="0">
                <a:solidFill>
                  <a:srgbClr val="BF0000"/>
                </a:solidFill>
                <a:latin typeface="Calibri"/>
                <a:cs typeface="Calibri"/>
              </a:rPr>
              <a:t>H</a:t>
            </a:r>
            <a:r>
              <a:rPr sz="8950" spc="969" dirty="0">
                <a:solidFill>
                  <a:srgbClr val="BF0000"/>
                </a:solidFill>
                <a:latin typeface="Calibri"/>
                <a:cs typeface="Calibri"/>
              </a:rPr>
              <a:t>ACKQUINOX</a:t>
            </a:r>
            <a:r>
              <a:rPr sz="8950" spc="869" dirty="0">
                <a:solidFill>
                  <a:srgbClr val="BF0000"/>
                </a:solidFill>
                <a:latin typeface="Calibri"/>
                <a:cs typeface="Calibri"/>
              </a:rPr>
              <a:t> </a:t>
            </a:r>
            <a:r>
              <a:rPr sz="8950" spc="950" dirty="0">
                <a:solidFill>
                  <a:srgbClr val="BF0000"/>
                </a:solidFill>
                <a:latin typeface="Calibri"/>
                <a:cs typeface="Calibri"/>
              </a:rPr>
              <a:t>2.0</a:t>
            </a:r>
            <a:endParaRPr sz="89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87294" y="710631"/>
            <a:ext cx="16623665" cy="2590800"/>
            <a:chOff x="987294" y="710631"/>
            <a:chExt cx="16623665" cy="2590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3310" y="710631"/>
              <a:ext cx="12144373" cy="25907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7294" y="1101623"/>
              <a:ext cx="1638299" cy="1600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48650" y="853091"/>
              <a:ext cx="1962149" cy="196214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516458" y="4069086"/>
            <a:ext cx="4227742" cy="1322798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959485">
              <a:lnSpc>
                <a:spcPts val="2480"/>
              </a:lnSpc>
              <a:spcBef>
                <a:spcPts val="215"/>
              </a:spcBef>
            </a:pPr>
            <a:r>
              <a:rPr sz="2100" b="1" spc="6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114" dirty="0">
                <a:solidFill>
                  <a:srgbClr val="FFFFFF"/>
                </a:solidFill>
                <a:latin typeface="Trebuchet MS"/>
                <a:cs typeface="Trebuchet MS"/>
              </a:rPr>
              <a:t>Name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lang="en-IN"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lang="en-IN" sz="2100" b="1" dirty="0">
                <a:solidFill>
                  <a:srgbClr val="FFFFFF"/>
                </a:solidFill>
                <a:latin typeface="Trebuchet MS"/>
                <a:cs typeface="Trebuchet MS"/>
              </a:rPr>
              <a:t>It Works </a:t>
            </a:r>
            <a:r>
              <a:rPr sz="21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65" dirty="0">
                <a:solidFill>
                  <a:srgbClr val="FFFFFF"/>
                </a:solidFill>
                <a:latin typeface="Trebuchet MS"/>
                <a:cs typeface="Trebuchet MS"/>
              </a:rPr>
              <a:t>Team</a:t>
            </a:r>
            <a:r>
              <a:rPr sz="2100" b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80" dirty="0">
                <a:solidFill>
                  <a:srgbClr val="FFFFFF"/>
                </a:solidFill>
                <a:latin typeface="Trebuchet MS"/>
                <a:cs typeface="Trebuchet MS"/>
              </a:rPr>
              <a:t>ID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: </a:t>
            </a:r>
            <a:endParaRPr lang="en-IN" sz="2100" b="1" spc="-31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12700" marR="959485">
              <a:lnSpc>
                <a:spcPts val="2480"/>
              </a:lnSpc>
              <a:spcBef>
                <a:spcPts val="215"/>
              </a:spcBef>
            </a:pPr>
            <a:r>
              <a:rPr sz="2100" b="1" spc="65" dirty="0">
                <a:solidFill>
                  <a:srgbClr val="FFFFFF"/>
                </a:solidFill>
                <a:latin typeface="Trebuchet MS"/>
                <a:cs typeface="Trebuchet MS"/>
              </a:rPr>
              <a:t>Domain</a:t>
            </a:r>
            <a:r>
              <a:rPr sz="2100" b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lang="en-US"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endParaRPr sz="2100" dirty="0">
              <a:latin typeface="Trebuchet MS"/>
              <a:cs typeface="Trebuchet MS"/>
            </a:endParaRPr>
          </a:p>
          <a:p>
            <a:pPr marL="12700">
              <a:lnSpc>
                <a:spcPts val="2390"/>
              </a:lnSpc>
            </a:pPr>
            <a:r>
              <a:rPr sz="2100" b="1" spc="50" dirty="0">
                <a:solidFill>
                  <a:srgbClr val="FFFFFF"/>
                </a:solidFill>
                <a:latin typeface="Trebuchet MS"/>
                <a:cs typeface="Trebuchet MS"/>
              </a:rPr>
              <a:t>Problem</a:t>
            </a:r>
            <a:r>
              <a:rPr sz="21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45" dirty="0">
                <a:solidFill>
                  <a:srgbClr val="FFFFFF"/>
                </a:solidFill>
                <a:latin typeface="Trebuchet MS"/>
                <a:cs typeface="Trebuchet MS"/>
              </a:rPr>
              <a:t>Statement</a:t>
            </a:r>
            <a:r>
              <a:rPr sz="2100" b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00" b="1" spc="-31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82227" y="114300"/>
            <a:ext cx="11635105" cy="163195"/>
            <a:chOff x="3382227" y="1028700"/>
            <a:chExt cx="11635105" cy="163195"/>
          </a:xfrm>
        </p:grpSpPr>
        <p:sp>
          <p:nvSpPr>
            <p:cNvPr id="3" name="object 3"/>
            <p:cNvSpPr/>
            <p:nvPr/>
          </p:nvSpPr>
          <p:spPr>
            <a:xfrm>
              <a:off x="3391752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82227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5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5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5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1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1" y="17771"/>
                  </a:lnTo>
                  <a:lnTo>
                    <a:pt x="11615831" y="35543"/>
                  </a:lnTo>
                  <a:close/>
                </a:path>
                <a:path w="11635105" h="163194">
                  <a:moveTo>
                    <a:pt x="11625356" y="145373"/>
                  </a:moveTo>
                  <a:lnTo>
                    <a:pt x="11615831" y="145373"/>
                  </a:lnTo>
                  <a:lnTo>
                    <a:pt x="11615831" y="17771"/>
                  </a:lnTo>
                  <a:lnTo>
                    <a:pt x="11625356" y="17771"/>
                  </a:lnTo>
                  <a:lnTo>
                    <a:pt x="11625356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6" y="127601"/>
                  </a:lnTo>
                  <a:lnTo>
                    <a:pt x="11625356" y="145373"/>
                  </a:lnTo>
                  <a:close/>
                </a:path>
                <a:path w="11635105" h="163194">
                  <a:moveTo>
                    <a:pt x="11634881" y="35543"/>
                  </a:moveTo>
                  <a:lnTo>
                    <a:pt x="11625356" y="35543"/>
                  </a:lnTo>
                  <a:lnTo>
                    <a:pt x="11625356" y="17771"/>
                  </a:lnTo>
                  <a:lnTo>
                    <a:pt x="11634881" y="17771"/>
                  </a:lnTo>
                  <a:lnTo>
                    <a:pt x="11634881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1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1" y="127601"/>
                  </a:lnTo>
                  <a:lnTo>
                    <a:pt x="11615831" y="145373"/>
                  </a:lnTo>
                  <a:close/>
                </a:path>
                <a:path w="11635105" h="163194">
                  <a:moveTo>
                    <a:pt x="11634881" y="145373"/>
                  </a:moveTo>
                  <a:lnTo>
                    <a:pt x="11625356" y="145373"/>
                  </a:lnTo>
                  <a:lnTo>
                    <a:pt x="11625356" y="127601"/>
                  </a:lnTo>
                  <a:lnTo>
                    <a:pt x="11634881" y="127601"/>
                  </a:lnTo>
                  <a:lnTo>
                    <a:pt x="11634881" y="14537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83327" y="1181100"/>
            <a:ext cx="11688445" cy="164465"/>
            <a:chOff x="3383327" y="2380012"/>
            <a:chExt cx="11688445" cy="164465"/>
          </a:xfrm>
        </p:grpSpPr>
        <p:sp>
          <p:nvSpPr>
            <p:cNvPr id="6" name="object 6"/>
            <p:cNvSpPr/>
            <p:nvPr/>
          </p:nvSpPr>
          <p:spPr>
            <a:xfrm>
              <a:off x="3392895" y="2397864"/>
              <a:ext cx="11668760" cy="128270"/>
            </a:xfrm>
            <a:custGeom>
              <a:avLst/>
              <a:gdLst/>
              <a:ahLst/>
              <a:cxnLst/>
              <a:rect l="l" t="t" r="r" b="b"/>
              <a:pathLst>
                <a:path w="11668760" h="128269">
                  <a:moveTo>
                    <a:pt x="11668724" y="128182"/>
                  </a:moveTo>
                  <a:lnTo>
                    <a:pt x="0" y="128182"/>
                  </a:lnTo>
                  <a:lnTo>
                    <a:pt x="0" y="0"/>
                  </a:lnTo>
                  <a:lnTo>
                    <a:pt x="11668724" y="0"/>
                  </a:lnTo>
                  <a:lnTo>
                    <a:pt x="11668724" y="128182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3327" y="2380012"/>
              <a:ext cx="11688445" cy="164465"/>
            </a:xfrm>
            <a:custGeom>
              <a:avLst/>
              <a:gdLst/>
              <a:ahLst/>
              <a:cxnLst/>
              <a:rect l="l" t="t" r="r" b="b"/>
              <a:pathLst>
                <a:path w="11688444" h="164464">
                  <a:moveTo>
                    <a:pt x="11683555" y="163906"/>
                  </a:moveTo>
                  <a:lnTo>
                    <a:pt x="4305" y="163906"/>
                  </a:lnTo>
                  <a:lnTo>
                    <a:pt x="0" y="155854"/>
                  </a:lnTo>
                  <a:lnTo>
                    <a:pt x="0" y="8033"/>
                  </a:lnTo>
                  <a:lnTo>
                    <a:pt x="4305" y="0"/>
                  </a:lnTo>
                  <a:lnTo>
                    <a:pt x="11683555" y="0"/>
                  </a:lnTo>
                  <a:lnTo>
                    <a:pt x="11687921" y="8033"/>
                  </a:lnTo>
                  <a:lnTo>
                    <a:pt x="11687921" y="17852"/>
                  </a:lnTo>
                  <a:lnTo>
                    <a:pt x="9568" y="17852"/>
                  </a:lnTo>
                  <a:lnTo>
                    <a:pt x="9568" y="35705"/>
                  </a:lnTo>
                  <a:lnTo>
                    <a:pt x="19136" y="35705"/>
                  </a:lnTo>
                  <a:lnTo>
                    <a:pt x="19136" y="128182"/>
                  </a:lnTo>
                  <a:lnTo>
                    <a:pt x="9568" y="128182"/>
                  </a:lnTo>
                  <a:lnTo>
                    <a:pt x="9568" y="146035"/>
                  </a:lnTo>
                  <a:lnTo>
                    <a:pt x="11687921" y="146035"/>
                  </a:lnTo>
                  <a:lnTo>
                    <a:pt x="11687921" y="155854"/>
                  </a:lnTo>
                  <a:lnTo>
                    <a:pt x="11683555" y="163906"/>
                  </a:lnTo>
                  <a:close/>
                </a:path>
                <a:path w="11688444" h="164464">
                  <a:moveTo>
                    <a:pt x="19136" y="35705"/>
                  </a:moveTo>
                  <a:lnTo>
                    <a:pt x="9568" y="35705"/>
                  </a:lnTo>
                  <a:lnTo>
                    <a:pt x="9568" y="17852"/>
                  </a:lnTo>
                  <a:lnTo>
                    <a:pt x="19136" y="17852"/>
                  </a:lnTo>
                  <a:lnTo>
                    <a:pt x="19136" y="35705"/>
                  </a:lnTo>
                  <a:close/>
                </a:path>
                <a:path w="11688444" h="164464">
                  <a:moveTo>
                    <a:pt x="11668724" y="35705"/>
                  </a:moveTo>
                  <a:lnTo>
                    <a:pt x="19136" y="35705"/>
                  </a:lnTo>
                  <a:lnTo>
                    <a:pt x="19136" y="17852"/>
                  </a:lnTo>
                  <a:lnTo>
                    <a:pt x="11668724" y="17852"/>
                  </a:lnTo>
                  <a:lnTo>
                    <a:pt x="11668724" y="35705"/>
                  </a:lnTo>
                  <a:close/>
                </a:path>
                <a:path w="11688444" h="164464">
                  <a:moveTo>
                    <a:pt x="11678293" y="146035"/>
                  </a:moveTo>
                  <a:lnTo>
                    <a:pt x="11668724" y="146035"/>
                  </a:lnTo>
                  <a:lnTo>
                    <a:pt x="11668724" y="17852"/>
                  </a:lnTo>
                  <a:lnTo>
                    <a:pt x="11678293" y="17852"/>
                  </a:lnTo>
                  <a:lnTo>
                    <a:pt x="11678293" y="35705"/>
                  </a:lnTo>
                  <a:lnTo>
                    <a:pt x="11687921" y="35705"/>
                  </a:lnTo>
                  <a:lnTo>
                    <a:pt x="11687921" y="128182"/>
                  </a:lnTo>
                  <a:lnTo>
                    <a:pt x="11678293" y="128182"/>
                  </a:lnTo>
                  <a:lnTo>
                    <a:pt x="11678293" y="146035"/>
                  </a:lnTo>
                  <a:close/>
                </a:path>
                <a:path w="11688444" h="164464">
                  <a:moveTo>
                    <a:pt x="11687861" y="35705"/>
                  </a:moveTo>
                  <a:lnTo>
                    <a:pt x="11678293" y="35705"/>
                  </a:lnTo>
                  <a:lnTo>
                    <a:pt x="11678293" y="17852"/>
                  </a:lnTo>
                  <a:lnTo>
                    <a:pt x="11687861" y="17852"/>
                  </a:lnTo>
                  <a:lnTo>
                    <a:pt x="11687861" y="35705"/>
                  </a:lnTo>
                  <a:close/>
                </a:path>
                <a:path w="11688444" h="164464">
                  <a:moveTo>
                    <a:pt x="19136" y="146035"/>
                  </a:moveTo>
                  <a:lnTo>
                    <a:pt x="9568" y="146035"/>
                  </a:lnTo>
                  <a:lnTo>
                    <a:pt x="9568" y="128182"/>
                  </a:lnTo>
                  <a:lnTo>
                    <a:pt x="19136" y="128182"/>
                  </a:lnTo>
                  <a:lnTo>
                    <a:pt x="19136" y="146035"/>
                  </a:lnTo>
                  <a:close/>
                </a:path>
                <a:path w="11688444" h="164464">
                  <a:moveTo>
                    <a:pt x="11668724" y="146035"/>
                  </a:moveTo>
                  <a:lnTo>
                    <a:pt x="19136" y="146035"/>
                  </a:lnTo>
                  <a:lnTo>
                    <a:pt x="19136" y="128182"/>
                  </a:lnTo>
                  <a:lnTo>
                    <a:pt x="11668724" y="128182"/>
                  </a:lnTo>
                  <a:lnTo>
                    <a:pt x="11668724" y="146035"/>
                  </a:lnTo>
                  <a:close/>
                </a:path>
                <a:path w="11688444" h="164464">
                  <a:moveTo>
                    <a:pt x="11687861" y="146035"/>
                  </a:moveTo>
                  <a:lnTo>
                    <a:pt x="11678293" y="146035"/>
                  </a:lnTo>
                  <a:lnTo>
                    <a:pt x="11678293" y="128182"/>
                  </a:lnTo>
                  <a:lnTo>
                    <a:pt x="11687861" y="128182"/>
                  </a:lnTo>
                  <a:lnTo>
                    <a:pt x="11687861" y="14603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0" y="6206723"/>
            <a:ext cx="3695700" cy="3802379"/>
            <a:chOff x="0" y="6206723"/>
            <a:chExt cx="3695700" cy="3802379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206723"/>
              <a:ext cx="3695431" cy="380215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9087" y="8549345"/>
              <a:ext cx="838199" cy="590549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228600" y="1718483"/>
            <a:ext cx="8915400" cy="26032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29"/>
              </a:lnSpc>
              <a:spcBef>
                <a:spcPts val="100"/>
              </a:spcBef>
            </a:pPr>
            <a:r>
              <a:rPr lang="en-US" sz="2800" b="1" u="sng" dirty="0">
                <a:solidFill>
                  <a:schemeClr val="bg1"/>
                </a:solidFill>
                <a:latin typeface="Times New Roman"/>
                <a:cs typeface="Times New Roman"/>
              </a:rPr>
              <a:t> Idea</a:t>
            </a:r>
          </a:p>
          <a:p>
            <a:pPr marL="12700">
              <a:lnSpc>
                <a:spcPts val="3329"/>
              </a:lnSpc>
              <a:spcBef>
                <a:spcPts val="100"/>
              </a:spcBef>
            </a:pP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469900" indent="-457200">
              <a:lnSpc>
                <a:spcPts val="332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 Build a centralized project management system.</a:t>
            </a:r>
          </a:p>
          <a:p>
            <a:pPr marL="469900" indent="-457200">
              <a:lnSpc>
                <a:spcPts val="332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 Combine “frontend, backend, and database” into one platform.</a:t>
            </a:r>
          </a:p>
          <a:p>
            <a:pPr marL="469900" indent="-457200">
              <a:lnSpc>
                <a:spcPts val="3329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Provide visibility into project tasks, status, and progress.</a:t>
            </a:r>
            <a:endParaRPr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09321" y="8572281"/>
            <a:ext cx="6624320" cy="466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900" dirty="0">
                <a:solidFill>
                  <a:srgbClr val="FFFFFF"/>
                </a:solidFill>
                <a:latin typeface="Times New Roman"/>
                <a:cs typeface="Times New Roman"/>
              </a:rPr>
              <a:t>Add</a:t>
            </a:r>
            <a:r>
              <a:rPr sz="2900" spc="-1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spc="-20" dirty="0">
                <a:solidFill>
                  <a:srgbClr val="FFFFFF"/>
                </a:solidFill>
                <a:latin typeface="Times New Roman"/>
                <a:cs typeface="Times New Roman"/>
              </a:rPr>
              <a:t>Video</a:t>
            </a:r>
            <a:r>
              <a:rPr sz="29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FFFF"/>
                </a:solidFill>
                <a:latin typeface="Times New Roman"/>
                <a:cs typeface="Times New Roman"/>
              </a:rPr>
              <a:t>link</a:t>
            </a:r>
            <a:r>
              <a:rPr sz="29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FFFF"/>
                </a:solidFill>
                <a:latin typeface="Times New Roman"/>
                <a:cs typeface="Times New Roman"/>
              </a:rPr>
              <a:t>here</a:t>
            </a:r>
            <a:r>
              <a:rPr sz="29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FFFF"/>
                </a:solidFill>
                <a:latin typeface="Times New Roman"/>
                <a:cs typeface="Times New Roman"/>
              </a:rPr>
              <a:t>(Optional</a:t>
            </a:r>
            <a:r>
              <a:rPr sz="29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9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900" spc="-10" dirty="0">
                <a:solidFill>
                  <a:srgbClr val="FFFFFF"/>
                </a:solidFill>
                <a:latin typeface="Times New Roman"/>
                <a:cs typeface="Times New Roman"/>
              </a:rPr>
              <a:t>preferred)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4921058" y="38100"/>
            <a:ext cx="8557260" cy="1145016"/>
          </a:xfrm>
          <a:prstGeom prst="rect">
            <a:avLst/>
          </a:prstGeom>
        </p:spPr>
        <p:txBody>
          <a:bodyPr vert="horz" wrap="square" lIns="0" tIns="187388" rIns="0" bIns="0" rtlCol="0">
            <a:spAutoFit/>
          </a:bodyPr>
          <a:lstStyle/>
          <a:p>
            <a:pPr marL="2372360">
              <a:lnSpc>
                <a:spcPct val="100000"/>
              </a:lnSpc>
              <a:spcBef>
                <a:spcPts val="100"/>
              </a:spcBef>
            </a:pPr>
            <a:r>
              <a:rPr sz="9000" spc="-3720" baseline="-6018" dirty="0"/>
              <a:t>S</a:t>
            </a:r>
            <a:r>
              <a:rPr sz="6000" spc="385" dirty="0">
                <a:solidFill>
                  <a:srgbClr val="FF0000"/>
                </a:solidFill>
              </a:rPr>
              <a:t>S</a:t>
            </a:r>
            <a:r>
              <a:rPr sz="9000" spc="-5550" baseline="-6018" dirty="0"/>
              <a:t>O</a:t>
            </a:r>
            <a:r>
              <a:rPr sz="6000" spc="295" dirty="0">
                <a:solidFill>
                  <a:srgbClr val="FF0000"/>
                </a:solidFill>
              </a:rPr>
              <a:t>O</a:t>
            </a:r>
            <a:r>
              <a:rPr sz="9000" spc="-3345" baseline="-6018" dirty="0"/>
              <a:t>L</a:t>
            </a:r>
            <a:r>
              <a:rPr sz="6000" spc="295" dirty="0">
                <a:solidFill>
                  <a:srgbClr val="FF0000"/>
                </a:solidFill>
              </a:rPr>
              <a:t>L</a:t>
            </a:r>
            <a:r>
              <a:rPr sz="9000" spc="-5384" baseline="-6018" dirty="0"/>
              <a:t>U</a:t>
            </a:r>
            <a:r>
              <a:rPr sz="6000" spc="295" dirty="0">
                <a:solidFill>
                  <a:srgbClr val="FF0000"/>
                </a:solidFill>
              </a:rPr>
              <a:t>U</a:t>
            </a:r>
            <a:r>
              <a:rPr sz="9000" spc="-3975" baseline="-6018" dirty="0"/>
              <a:t>T</a:t>
            </a:r>
            <a:r>
              <a:rPr sz="6000" spc="295" dirty="0">
                <a:solidFill>
                  <a:srgbClr val="FF0000"/>
                </a:solidFill>
              </a:rPr>
              <a:t>T</a:t>
            </a:r>
            <a:r>
              <a:rPr sz="9000" spc="-1837" baseline="-6018" dirty="0"/>
              <a:t>I</a:t>
            </a:r>
            <a:r>
              <a:rPr sz="6000" spc="295" dirty="0">
                <a:solidFill>
                  <a:srgbClr val="FF0000"/>
                </a:solidFill>
              </a:rPr>
              <a:t>I</a:t>
            </a:r>
            <a:r>
              <a:rPr sz="9000" spc="-5550" baseline="-6018" dirty="0"/>
              <a:t>O</a:t>
            </a:r>
            <a:r>
              <a:rPr sz="6000" spc="295" dirty="0">
                <a:solidFill>
                  <a:srgbClr val="FF0000"/>
                </a:solidFill>
              </a:rPr>
              <a:t>O</a:t>
            </a:r>
            <a:r>
              <a:rPr sz="9000" spc="-5384" baseline="-6018" dirty="0"/>
              <a:t>N</a:t>
            </a:r>
            <a:r>
              <a:rPr sz="6000" spc="300" dirty="0">
                <a:solidFill>
                  <a:srgbClr val="FF0000"/>
                </a:solidFill>
              </a:rPr>
              <a:t>N</a:t>
            </a:r>
            <a:endParaRPr sz="6000" dirty="0"/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7294" y="38101"/>
            <a:ext cx="1638299" cy="160019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48651" y="38100"/>
            <a:ext cx="1962149" cy="1962149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0" y="8266909"/>
            <a:ext cx="18288000" cy="1987550"/>
            <a:chOff x="0" y="8266909"/>
            <a:chExt cx="18288000" cy="198755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67352" y="8266909"/>
              <a:ext cx="5135371" cy="17399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D39FBB3-8D7B-5370-0E03-8789EA13AFD9}"/>
              </a:ext>
            </a:extLst>
          </p:cNvPr>
          <p:cNvSpPr txBox="1"/>
          <p:nvPr/>
        </p:nvSpPr>
        <p:spPr>
          <a:xfrm>
            <a:off x="9287324" y="1714500"/>
            <a:ext cx="8915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</a:p>
          <a:p>
            <a:endParaRPr lang="en-US" sz="2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with: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&amp; task management.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 and summaries.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handles: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logic.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communication.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14400" y="1943100"/>
            <a:ext cx="7645400" cy="2769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965"/>
              </a:lnSpc>
              <a:spcBef>
                <a:spcPts val="100"/>
              </a:spcBef>
            </a:pPr>
            <a:r>
              <a:rPr lang="en-US" sz="2800" b="1" u="sng" dirty="0">
                <a:solidFill>
                  <a:schemeClr val="bg1"/>
                </a:solidFill>
                <a:latin typeface="Times New Roman"/>
                <a:cs typeface="Times New Roman"/>
              </a:rPr>
              <a:t>How the System Works</a:t>
            </a:r>
          </a:p>
          <a:p>
            <a:pPr marL="12700">
              <a:lnSpc>
                <a:spcPts val="2965"/>
              </a:lnSpc>
              <a:spcBef>
                <a:spcPts val="100"/>
              </a:spcBef>
            </a:pP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469900" indent="-457200">
              <a:lnSpc>
                <a:spcPts val="296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Users interact with the web dashboard.</a:t>
            </a:r>
          </a:p>
          <a:p>
            <a:pPr marL="469900" indent="-457200">
              <a:lnSpc>
                <a:spcPts val="296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Frontend sends requests to backend APIs.</a:t>
            </a:r>
          </a:p>
          <a:p>
            <a:pPr marL="469900" indent="-457200">
              <a:lnSpc>
                <a:spcPts val="296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Backend processes logic and connects to database.</a:t>
            </a:r>
          </a:p>
          <a:p>
            <a:pPr marL="469900" indent="-457200">
              <a:lnSpc>
                <a:spcPts val="2965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Data is stored and retrieved securely.</a:t>
            </a:r>
            <a:endParaRPr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789139" y="38100"/>
            <a:ext cx="11635105" cy="163195"/>
            <a:chOff x="3789139" y="1028700"/>
            <a:chExt cx="11635105" cy="163195"/>
          </a:xfrm>
        </p:grpSpPr>
        <p:sp>
          <p:nvSpPr>
            <p:cNvPr id="8" name="object 8"/>
            <p:cNvSpPr/>
            <p:nvPr/>
          </p:nvSpPr>
          <p:spPr>
            <a:xfrm>
              <a:off x="3798664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2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2" y="0"/>
                  </a:lnTo>
                  <a:lnTo>
                    <a:pt x="11615832" y="127601"/>
                  </a:lnTo>
                  <a:close/>
                </a:path>
              </a:pathLst>
            </a:custGeom>
            <a:solidFill>
              <a:srgbClr val="B9121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9139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5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5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5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1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1" y="17771"/>
                  </a:lnTo>
                  <a:lnTo>
                    <a:pt x="11615831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1" y="145373"/>
                  </a:lnTo>
                  <a:lnTo>
                    <a:pt x="11615831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1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1" y="17771"/>
                  </a:lnTo>
                  <a:lnTo>
                    <a:pt x="11634881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1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1" y="127601"/>
                  </a:lnTo>
                  <a:lnTo>
                    <a:pt x="11615831" y="145373"/>
                  </a:lnTo>
                  <a:close/>
                </a:path>
                <a:path w="11635105" h="163194">
                  <a:moveTo>
                    <a:pt x="11634881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1" y="127601"/>
                  </a:lnTo>
                  <a:lnTo>
                    <a:pt x="11634881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789139" y="1028700"/>
            <a:ext cx="11635105" cy="163195"/>
            <a:chOff x="3789139" y="2410538"/>
            <a:chExt cx="11635105" cy="163195"/>
          </a:xfrm>
        </p:grpSpPr>
        <p:sp>
          <p:nvSpPr>
            <p:cNvPr id="11" name="object 11"/>
            <p:cNvSpPr/>
            <p:nvPr/>
          </p:nvSpPr>
          <p:spPr>
            <a:xfrm>
              <a:off x="3798664" y="2428310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5">
                  <a:moveTo>
                    <a:pt x="11615832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2" y="0"/>
                  </a:lnTo>
                  <a:lnTo>
                    <a:pt x="11615832" y="127601"/>
                  </a:lnTo>
                  <a:close/>
                </a:path>
              </a:pathLst>
            </a:custGeom>
            <a:solidFill>
              <a:srgbClr val="B9121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9139" y="2410538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5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5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5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1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1" y="17771"/>
                  </a:lnTo>
                  <a:lnTo>
                    <a:pt x="11615831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1" y="145373"/>
                  </a:lnTo>
                  <a:lnTo>
                    <a:pt x="11615831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1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1" y="17771"/>
                  </a:lnTo>
                  <a:lnTo>
                    <a:pt x="11634881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1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1" y="127601"/>
                  </a:lnTo>
                  <a:lnTo>
                    <a:pt x="11615831" y="145373"/>
                  </a:lnTo>
                  <a:close/>
                </a:path>
                <a:path w="11635105" h="163194">
                  <a:moveTo>
                    <a:pt x="11634881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1" y="127601"/>
                  </a:lnTo>
                  <a:lnTo>
                    <a:pt x="11634881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193" y="6726600"/>
            <a:ext cx="18284190" cy="3510915"/>
            <a:chOff x="4193" y="6726600"/>
            <a:chExt cx="18284190" cy="351091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2615" y="7722839"/>
              <a:ext cx="5410189" cy="2514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299" y="6726605"/>
              <a:ext cx="3266440" cy="3420110"/>
            </a:xfrm>
            <a:custGeom>
              <a:avLst/>
              <a:gdLst/>
              <a:ahLst/>
              <a:cxnLst/>
              <a:rect l="l" t="t" r="r" b="b"/>
              <a:pathLst>
                <a:path w="3266440" h="3420109">
                  <a:moveTo>
                    <a:pt x="3266173" y="2941891"/>
                  </a:moveTo>
                  <a:lnTo>
                    <a:pt x="3222104" y="2938462"/>
                  </a:lnTo>
                  <a:lnTo>
                    <a:pt x="3221913" y="2938272"/>
                  </a:lnTo>
                  <a:lnTo>
                    <a:pt x="3156597" y="2940316"/>
                  </a:lnTo>
                  <a:lnTo>
                    <a:pt x="3109887" y="2935884"/>
                  </a:lnTo>
                  <a:lnTo>
                    <a:pt x="3081807" y="2929750"/>
                  </a:lnTo>
                  <a:lnTo>
                    <a:pt x="3072447" y="2926651"/>
                  </a:lnTo>
                  <a:lnTo>
                    <a:pt x="3073958" y="2923159"/>
                  </a:lnTo>
                  <a:lnTo>
                    <a:pt x="3076321" y="2914218"/>
                  </a:lnTo>
                  <a:lnTo>
                    <a:pt x="3076308" y="2902191"/>
                  </a:lnTo>
                  <a:lnTo>
                    <a:pt x="3070631" y="2889427"/>
                  </a:lnTo>
                  <a:lnTo>
                    <a:pt x="3055950" y="2881731"/>
                  </a:lnTo>
                  <a:lnTo>
                    <a:pt x="3029445" y="2877312"/>
                  </a:lnTo>
                  <a:lnTo>
                    <a:pt x="2988741" y="2867063"/>
                  </a:lnTo>
                  <a:lnTo>
                    <a:pt x="2931452" y="2841917"/>
                  </a:lnTo>
                  <a:lnTo>
                    <a:pt x="2874454" y="2800566"/>
                  </a:lnTo>
                  <a:lnTo>
                    <a:pt x="2835338" y="2755925"/>
                  </a:lnTo>
                  <a:lnTo>
                    <a:pt x="2812821" y="2720187"/>
                  </a:lnTo>
                  <a:lnTo>
                    <a:pt x="2805607" y="2705570"/>
                  </a:lnTo>
                  <a:lnTo>
                    <a:pt x="2809443" y="2706484"/>
                  </a:lnTo>
                  <a:lnTo>
                    <a:pt x="2821216" y="2710434"/>
                  </a:lnTo>
                  <a:lnTo>
                    <a:pt x="2841333" y="2719273"/>
                  </a:lnTo>
                  <a:lnTo>
                    <a:pt x="2870200" y="2734805"/>
                  </a:lnTo>
                  <a:lnTo>
                    <a:pt x="2900222" y="2748699"/>
                  </a:lnTo>
                  <a:lnTo>
                    <a:pt x="2924073" y="2753588"/>
                  </a:lnTo>
                  <a:lnTo>
                    <a:pt x="2942488" y="2752750"/>
                  </a:lnTo>
                  <a:lnTo>
                    <a:pt x="2956217" y="2749461"/>
                  </a:lnTo>
                  <a:lnTo>
                    <a:pt x="2962478" y="2742463"/>
                  </a:lnTo>
                  <a:lnTo>
                    <a:pt x="2962491" y="2731516"/>
                  </a:lnTo>
                  <a:lnTo>
                    <a:pt x="2963024" y="2721432"/>
                  </a:lnTo>
                  <a:lnTo>
                    <a:pt x="2970898" y="2717000"/>
                  </a:lnTo>
                  <a:lnTo>
                    <a:pt x="2988348" y="2722969"/>
                  </a:lnTo>
                  <a:lnTo>
                    <a:pt x="3011487" y="2736011"/>
                  </a:lnTo>
                  <a:lnTo>
                    <a:pt x="3037776" y="2748813"/>
                  </a:lnTo>
                  <a:lnTo>
                    <a:pt x="3064726" y="2754033"/>
                  </a:lnTo>
                  <a:lnTo>
                    <a:pt x="3086252" y="2753017"/>
                  </a:lnTo>
                  <a:lnTo>
                    <a:pt x="3099968" y="2751251"/>
                  </a:lnTo>
                  <a:lnTo>
                    <a:pt x="3108871" y="2747657"/>
                  </a:lnTo>
                  <a:lnTo>
                    <a:pt x="3115983" y="2741180"/>
                  </a:lnTo>
                  <a:lnTo>
                    <a:pt x="3125520" y="2733700"/>
                  </a:lnTo>
                  <a:lnTo>
                    <a:pt x="3138373" y="2727134"/>
                  </a:lnTo>
                  <a:lnTo>
                    <a:pt x="3152495" y="2720505"/>
                  </a:lnTo>
                  <a:lnTo>
                    <a:pt x="3165894" y="2712809"/>
                  </a:lnTo>
                  <a:lnTo>
                    <a:pt x="3176879" y="2700210"/>
                  </a:lnTo>
                  <a:lnTo>
                    <a:pt x="3181959" y="2684678"/>
                  </a:lnTo>
                  <a:lnTo>
                    <a:pt x="3176498" y="2673959"/>
                  </a:lnTo>
                  <a:lnTo>
                    <a:pt x="3155797" y="2675763"/>
                  </a:lnTo>
                  <a:lnTo>
                    <a:pt x="3125127" y="2676868"/>
                  </a:lnTo>
                  <a:lnTo>
                    <a:pt x="3091992" y="2663291"/>
                  </a:lnTo>
                  <a:lnTo>
                    <a:pt x="3055188" y="2641650"/>
                  </a:lnTo>
                  <a:lnTo>
                    <a:pt x="3013481" y="2618549"/>
                  </a:lnTo>
                  <a:lnTo>
                    <a:pt x="2975203" y="2595702"/>
                  </a:lnTo>
                  <a:lnTo>
                    <a:pt x="2948978" y="2573591"/>
                  </a:lnTo>
                  <a:lnTo>
                    <a:pt x="2933903" y="2556891"/>
                  </a:lnTo>
                  <a:lnTo>
                    <a:pt x="2929077" y="2550274"/>
                  </a:lnTo>
                  <a:lnTo>
                    <a:pt x="2935020" y="2550160"/>
                  </a:lnTo>
                  <a:lnTo>
                    <a:pt x="2951048" y="2549296"/>
                  </a:lnTo>
                  <a:lnTo>
                    <a:pt x="3002330" y="2542375"/>
                  </a:lnTo>
                  <a:lnTo>
                    <a:pt x="3041154" y="2514714"/>
                  </a:lnTo>
                  <a:lnTo>
                    <a:pt x="3042069" y="2498560"/>
                  </a:lnTo>
                  <a:lnTo>
                    <a:pt x="3027388" y="2489339"/>
                  </a:lnTo>
                  <a:lnTo>
                    <a:pt x="2999740" y="2481275"/>
                  </a:lnTo>
                  <a:lnTo>
                    <a:pt x="2965361" y="2465425"/>
                  </a:lnTo>
                  <a:lnTo>
                    <a:pt x="2927210" y="2443391"/>
                  </a:lnTo>
                  <a:lnTo>
                    <a:pt x="2888208" y="2416784"/>
                  </a:lnTo>
                  <a:lnTo>
                    <a:pt x="2848102" y="2387231"/>
                  </a:lnTo>
                  <a:lnTo>
                    <a:pt x="2805392" y="2356078"/>
                  </a:lnTo>
                  <a:lnTo>
                    <a:pt x="2761145" y="2324557"/>
                  </a:lnTo>
                  <a:lnTo>
                    <a:pt x="2716441" y="2293874"/>
                  </a:lnTo>
                  <a:lnTo>
                    <a:pt x="2758757" y="2293201"/>
                  </a:lnTo>
                  <a:lnTo>
                    <a:pt x="2795600" y="2297760"/>
                  </a:lnTo>
                  <a:lnTo>
                    <a:pt x="2825597" y="2306091"/>
                  </a:lnTo>
                  <a:lnTo>
                    <a:pt x="2847340" y="2316721"/>
                  </a:lnTo>
                  <a:lnTo>
                    <a:pt x="2863659" y="2325395"/>
                  </a:lnTo>
                  <a:lnTo>
                    <a:pt x="2879471" y="2328253"/>
                  </a:lnTo>
                  <a:lnTo>
                    <a:pt x="2896489" y="2324417"/>
                  </a:lnTo>
                  <a:lnTo>
                    <a:pt x="2916402" y="2313013"/>
                  </a:lnTo>
                  <a:lnTo>
                    <a:pt x="2953778" y="2308733"/>
                  </a:lnTo>
                  <a:lnTo>
                    <a:pt x="2977959" y="2297239"/>
                  </a:lnTo>
                  <a:lnTo>
                    <a:pt x="2990837" y="2282660"/>
                  </a:lnTo>
                  <a:lnTo>
                    <a:pt x="2994228" y="2269109"/>
                  </a:lnTo>
                  <a:lnTo>
                    <a:pt x="2989415" y="2259431"/>
                  </a:lnTo>
                  <a:lnTo>
                    <a:pt x="2978797" y="2253246"/>
                  </a:lnTo>
                  <a:lnTo>
                    <a:pt x="2965970" y="2249982"/>
                  </a:lnTo>
                  <a:lnTo>
                    <a:pt x="2954502" y="2249030"/>
                  </a:lnTo>
                  <a:lnTo>
                    <a:pt x="2943542" y="2246795"/>
                  </a:lnTo>
                  <a:lnTo>
                    <a:pt x="2929547" y="2240775"/>
                  </a:lnTo>
                  <a:lnTo>
                    <a:pt x="2890875" y="2221598"/>
                  </a:lnTo>
                  <a:lnTo>
                    <a:pt x="2869577" y="2201049"/>
                  </a:lnTo>
                  <a:lnTo>
                    <a:pt x="2844177" y="2178583"/>
                  </a:lnTo>
                  <a:lnTo>
                    <a:pt x="2813989" y="2153056"/>
                  </a:lnTo>
                  <a:lnTo>
                    <a:pt x="2812351" y="2144560"/>
                  </a:lnTo>
                  <a:lnTo>
                    <a:pt x="2806712" y="2123148"/>
                  </a:lnTo>
                  <a:lnTo>
                    <a:pt x="2796032" y="2094966"/>
                  </a:lnTo>
                  <a:lnTo>
                    <a:pt x="2779217" y="2066124"/>
                  </a:lnTo>
                  <a:lnTo>
                    <a:pt x="2757690" y="2045462"/>
                  </a:lnTo>
                  <a:lnTo>
                    <a:pt x="2734564" y="2032368"/>
                  </a:lnTo>
                  <a:lnTo>
                    <a:pt x="2711323" y="2018779"/>
                  </a:lnTo>
                  <a:lnTo>
                    <a:pt x="2689479" y="1996617"/>
                  </a:lnTo>
                  <a:lnTo>
                    <a:pt x="2714040" y="2006688"/>
                  </a:lnTo>
                  <a:lnTo>
                    <a:pt x="2743543" y="2006561"/>
                  </a:lnTo>
                  <a:lnTo>
                    <a:pt x="2768333" y="2002155"/>
                  </a:lnTo>
                  <a:lnTo>
                    <a:pt x="2778747" y="1999373"/>
                  </a:lnTo>
                  <a:lnTo>
                    <a:pt x="2787091" y="2004580"/>
                  </a:lnTo>
                  <a:lnTo>
                    <a:pt x="2808440" y="2016315"/>
                  </a:lnTo>
                  <a:lnTo>
                    <a:pt x="2837256" y="2028736"/>
                  </a:lnTo>
                  <a:lnTo>
                    <a:pt x="2868003" y="2036038"/>
                  </a:lnTo>
                  <a:lnTo>
                    <a:pt x="2895930" y="2037283"/>
                  </a:lnTo>
                  <a:lnTo>
                    <a:pt x="2919438" y="2034857"/>
                  </a:lnTo>
                  <a:lnTo>
                    <a:pt x="2937713" y="2027885"/>
                  </a:lnTo>
                  <a:lnTo>
                    <a:pt x="2949930" y="2015464"/>
                  </a:lnTo>
                  <a:lnTo>
                    <a:pt x="2954540" y="2001735"/>
                  </a:lnTo>
                  <a:lnTo>
                    <a:pt x="2951467" y="1991360"/>
                  </a:lnTo>
                  <a:lnTo>
                    <a:pt x="2942120" y="1984222"/>
                  </a:lnTo>
                  <a:lnTo>
                    <a:pt x="2927921" y="1980234"/>
                  </a:lnTo>
                  <a:lnTo>
                    <a:pt x="2922143" y="1972500"/>
                  </a:lnTo>
                  <a:lnTo>
                    <a:pt x="2911411" y="1966849"/>
                  </a:lnTo>
                  <a:lnTo>
                    <a:pt x="2897263" y="1960676"/>
                  </a:lnTo>
                  <a:lnTo>
                    <a:pt x="2881249" y="1951393"/>
                  </a:lnTo>
                  <a:lnTo>
                    <a:pt x="2870657" y="1936115"/>
                  </a:lnTo>
                  <a:lnTo>
                    <a:pt x="2855912" y="1923351"/>
                  </a:lnTo>
                  <a:lnTo>
                    <a:pt x="2841942" y="1913153"/>
                  </a:lnTo>
                  <a:lnTo>
                    <a:pt x="2833713" y="1905596"/>
                  </a:lnTo>
                  <a:lnTo>
                    <a:pt x="2789771" y="1861362"/>
                  </a:lnTo>
                  <a:lnTo>
                    <a:pt x="2740152" y="1832483"/>
                  </a:lnTo>
                  <a:lnTo>
                    <a:pt x="2720987" y="1817090"/>
                  </a:lnTo>
                  <a:lnTo>
                    <a:pt x="2708516" y="1804708"/>
                  </a:lnTo>
                  <a:lnTo>
                    <a:pt x="2704058" y="1799615"/>
                  </a:lnTo>
                  <a:lnTo>
                    <a:pt x="2713431" y="1803819"/>
                  </a:lnTo>
                  <a:lnTo>
                    <a:pt x="2735580" y="1813115"/>
                  </a:lnTo>
                  <a:lnTo>
                    <a:pt x="2761488" y="1822513"/>
                  </a:lnTo>
                  <a:lnTo>
                    <a:pt x="2782176" y="1827047"/>
                  </a:lnTo>
                  <a:lnTo>
                    <a:pt x="2795930" y="1827352"/>
                  </a:lnTo>
                  <a:lnTo>
                    <a:pt x="2807766" y="1826475"/>
                  </a:lnTo>
                  <a:lnTo>
                    <a:pt x="2818676" y="1822983"/>
                  </a:lnTo>
                  <a:lnTo>
                    <a:pt x="2829712" y="1815426"/>
                  </a:lnTo>
                  <a:lnTo>
                    <a:pt x="2842691" y="1813293"/>
                  </a:lnTo>
                  <a:lnTo>
                    <a:pt x="2850299" y="1807502"/>
                  </a:lnTo>
                  <a:lnTo>
                    <a:pt x="2853563" y="1798955"/>
                  </a:lnTo>
                  <a:lnTo>
                    <a:pt x="2853525" y="1788579"/>
                  </a:lnTo>
                  <a:lnTo>
                    <a:pt x="2849219" y="1780882"/>
                  </a:lnTo>
                  <a:lnTo>
                    <a:pt x="2841015" y="1777492"/>
                  </a:lnTo>
                  <a:lnTo>
                    <a:pt x="2831884" y="1774901"/>
                  </a:lnTo>
                  <a:lnTo>
                    <a:pt x="2824848" y="1769630"/>
                  </a:lnTo>
                  <a:lnTo>
                    <a:pt x="2816580" y="1762988"/>
                  </a:lnTo>
                  <a:lnTo>
                    <a:pt x="2783763" y="1748370"/>
                  </a:lnTo>
                  <a:lnTo>
                    <a:pt x="2761399" y="1734870"/>
                  </a:lnTo>
                  <a:lnTo>
                    <a:pt x="2742107" y="1715338"/>
                  </a:lnTo>
                  <a:lnTo>
                    <a:pt x="2730601" y="1694370"/>
                  </a:lnTo>
                  <a:lnTo>
                    <a:pt x="2725039" y="1677631"/>
                  </a:lnTo>
                  <a:lnTo>
                    <a:pt x="2723578" y="1670799"/>
                  </a:lnTo>
                  <a:lnTo>
                    <a:pt x="2739656" y="1670685"/>
                  </a:lnTo>
                  <a:lnTo>
                    <a:pt x="2775699" y="1669884"/>
                  </a:lnTo>
                  <a:lnTo>
                    <a:pt x="2834665" y="1663471"/>
                  </a:lnTo>
                  <a:lnTo>
                    <a:pt x="2843428" y="1640306"/>
                  </a:lnTo>
                  <a:lnTo>
                    <a:pt x="2843238" y="1629283"/>
                  </a:lnTo>
                  <a:lnTo>
                    <a:pt x="2841472" y="1618551"/>
                  </a:lnTo>
                  <a:lnTo>
                    <a:pt x="2836303" y="1610360"/>
                  </a:lnTo>
                  <a:lnTo>
                    <a:pt x="2826677" y="1604911"/>
                  </a:lnTo>
                  <a:lnTo>
                    <a:pt x="2811513" y="1602435"/>
                  </a:lnTo>
                  <a:lnTo>
                    <a:pt x="2798178" y="1599933"/>
                  </a:lnTo>
                  <a:lnTo>
                    <a:pt x="2791307" y="1594866"/>
                  </a:lnTo>
                  <a:lnTo>
                    <a:pt x="2785694" y="1588084"/>
                  </a:lnTo>
                  <a:lnTo>
                    <a:pt x="2776169" y="1580438"/>
                  </a:lnTo>
                  <a:lnTo>
                    <a:pt x="2764586" y="1574838"/>
                  </a:lnTo>
                  <a:lnTo>
                    <a:pt x="2755125" y="1571371"/>
                  </a:lnTo>
                  <a:lnTo>
                    <a:pt x="2746121" y="1566646"/>
                  </a:lnTo>
                  <a:lnTo>
                    <a:pt x="2735872" y="1557299"/>
                  </a:lnTo>
                  <a:lnTo>
                    <a:pt x="2724581" y="1545577"/>
                  </a:lnTo>
                  <a:lnTo>
                    <a:pt x="2713164" y="1535658"/>
                  </a:lnTo>
                  <a:lnTo>
                    <a:pt x="2701061" y="1527111"/>
                  </a:lnTo>
                  <a:lnTo>
                    <a:pt x="2687675" y="1519504"/>
                  </a:lnTo>
                  <a:lnTo>
                    <a:pt x="2674150" y="1510957"/>
                  </a:lnTo>
                  <a:lnTo>
                    <a:pt x="2661577" y="1498993"/>
                  </a:lnTo>
                  <a:lnTo>
                    <a:pt x="2649232" y="1482344"/>
                  </a:lnTo>
                  <a:lnTo>
                    <a:pt x="2636418" y="1459712"/>
                  </a:lnTo>
                  <a:lnTo>
                    <a:pt x="2645714" y="1451813"/>
                  </a:lnTo>
                  <a:lnTo>
                    <a:pt x="2649524" y="1443329"/>
                  </a:lnTo>
                  <a:lnTo>
                    <a:pt x="2650147" y="1436573"/>
                  </a:lnTo>
                  <a:lnTo>
                    <a:pt x="2649855" y="1433817"/>
                  </a:lnTo>
                  <a:lnTo>
                    <a:pt x="2699867" y="1433525"/>
                  </a:lnTo>
                  <a:lnTo>
                    <a:pt x="2738818" y="1428661"/>
                  </a:lnTo>
                  <a:lnTo>
                    <a:pt x="2759202" y="1403019"/>
                  </a:lnTo>
                  <a:lnTo>
                    <a:pt x="2757767" y="1387779"/>
                  </a:lnTo>
                  <a:lnTo>
                    <a:pt x="2749207" y="1375740"/>
                  </a:lnTo>
                  <a:lnTo>
                    <a:pt x="2735300" y="1370114"/>
                  </a:lnTo>
                  <a:lnTo>
                    <a:pt x="2718549" y="1367891"/>
                  </a:lnTo>
                  <a:lnTo>
                    <a:pt x="2700934" y="1362862"/>
                  </a:lnTo>
                  <a:lnTo>
                    <a:pt x="2683433" y="1353388"/>
                  </a:lnTo>
                  <a:lnTo>
                    <a:pt x="2667000" y="1337843"/>
                  </a:lnTo>
                  <a:lnTo>
                    <a:pt x="2650807" y="1320812"/>
                  </a:lnTo>
                  <a:lnTo>
                    <a:pt x="2634170" y="1306944"/>
                  </a:lnTo>
                  <a:lnTo>
                    <a:pt x="2618219" y="1294638"/>
                  </a:lnTo>
                  <a:lnTo>
                    <a:pt x="2604122" y="1282331"/>
                  </a:lnTo>
                  <a:lnTo>
                    <a:pt x="2591435" y="1272717"/>
                  </a:lnTo>
                  <a:lnTo>
                    <a:pt x="2554681" y="1251191"/>
                  </a:lnTo>
                  <a:lnTo>
                    <a:pt x="2528252" y="1207008"/>
                  </a:lnTo>
                  <a:lnTo>
                    <a:pt x="2526004" y="1201775"/>
                  </a:lnTo>
                  <a:lnTo>
                    <a:pt x="2535186" y="1206030"/>
                  </a:lnTo>
                  <a:lnTo>
                    <a:pt x="2556840" y="1215656"/>
                  </a:lnTo>
                  <a:lnTo>
                    <a:pt x="2582151" y="1225956"/>
                  </a:lnTo>
                  <a:lnTo>
                    <a:pt x="2602306" y="1232242"/>
                  </a:lnTo>
                  <a:lnTo>
                    <a:pt x="2614701" y="1234948"/>
                  </a:lnTo>
                  <a:lnTo>
                    <a:pt x="2626360" y="1238910"/>
                  </a:lnTo>
                  <a:lnTo>
                    <a:pt x="2642920" y="1246085"/>
                  </a:lnTo>
                  <a:lnTo>
                    <a:pt x="2670048" y="1258430"/>
                  </a:lnTo>
                  <a:lnTo>
                    <a:pt x="2699537" y="1268895"/>
                  </a:lnTo>
                  <a:lnTo>
                    <a:pt x="2720302" y="1270787"/>
                  </a:lnTo>
                  <a:lnTo>
                    <a:pt x="2733624" y="1266494"/>
                  </a:lnTo>
                  <a:lnTo>
                    <a:pt x="2740825" y="1258430"/>
                  </a:lnTo>
                  <a:lnTo>
                    <a:pt x="2742196" y="1248981"/>
                  </a:lnTo>
                  <a:lnTo>
                    <a:pt x="2738082" y="1239012"/>
                  </a:lnTo>
                  <a:lnTo>
                    <a:pt x="2706497" y="1206957"/>
                  </a:lnTo>
                  <a:lnTo>
                    <a:pt x="2676156" y="1183233"/>
                  </a:lnTo>
                  <a:lnTo>
                    <a:pt x="2655951" y="1172362"/>
                  </a:lnTo>
                  <a:lnTo>
                    <a:pt x="2636469" y="1159637"/>
                  </a:lnTo>
                  <a:lnTo>
                    <a:pt x="2622766" y="1144816"/>
                  </a:lnTo>
                  <a:lnTo>
                    <a:pt x="2614688" y="1132535"/>
                  </a:lnTo>
                  <a:lnTo>
                    <a:pt x="2612034" y="1127417"/>
                  </a:lnTo>
                  <a:lnTo>
                    <a:pt x="2614066" y="1126578"/>
                  </a:lnTo>
                  <a:lnTo>
                    <a:pt x="2620099" y="1125029"/>
                  </a:lnTo>
                  <a:lnTo>
                    <a:pt x="2630030" y="1124165"/>
                  </a:lnTo>
                  <a:lnTo>
                    <a:pt x="2643746" y="1125423"/>
                  </a:lnTo>
                  <a:lnTo>
                    <a:pt x="2659088" y="1127328"/>
                  </a:lnTo>
                  <a:lnTo>
                    <a:pt x="2673019" y="1126756"/>
                  </a:lnTo>
                  <a:lnTo>
                    <a:pt x="2684208" y="1122603"/>
                  </a:lnTo>
                  <a:lnTo>
                    <a:pt x="2691295" y="1113802"/>
                  </a:lnTo>
                  <a:lnTo>
                    <a:pt x="2692997" y="1103045"/>
                  </a:lnTo>
                  <a:lnTo>
                    <a:pt x="2688920" y="1093355"/>
                  </a:lnTo>
                  <a:lnTo>
                    <a:pt x="2679001" y="1084135"/>
                  </a:lnTo>
                  <a:lnTo>
                    <a:pt x="2663190" y="1074762"/>
                  </a:lnTo>
                  <a:lnTo>
                    <a:pt x="2644013" y="1063167"/>
                  </a:lnTo>
                  <a:lnTo>
                    <a:pt x="2624340" y="1049312"/>
                  </a:lnTo>
                  <a:lnTo>
                    <a:pt x="2604566" y="1035685"/>
                  </a:lnTo>
                  <a:lnTo>
                    <a:pt x="2585072" y="1024775"/>
                  </a:lnTo>
                  <a:lnTo>
                    <a:pt x="2570340" y="1016101"/>
                  </a:lnTo>
                  <a:lnTo>
                    <a:pt x="2545651" y="993305"/>
                  </a:lnTo>
                  <a:lnTo>
                    <a:pt x="2520950" y="975360"/>
                  </a:lnTo>
                  <a:lnTo>
                    <a:pt x="2485313" y="945502"/>
                  </a:lnTo>
                  <a:lnTo>
                    <a:pt x="2449157" y="907173"/>
                  </a:lnTo>
                  <a:lnTo>
                    <a:pt x="2421140" y="874128"/>
                  </a:lnTo>
                  <a:lnTo>
                    <a:pt x="2409875" y="860056"/>
                  </a:lnTo>
                  <a:lnTo>
                    <a:pt x="2430449" y="868540"/>
                  </a:lnTo>
                  <a:lnTo>
                    <a:pt x="2443416" y="874052"/>
                  </a:lnTo>
                  <a:lnTo>
                    <a:pt x="2455138" y="877341"/>
                  </a:lnTo>
                  <a:lnTo>
                    <a:pt x="2465844" y="876642"/>
                  </a:lnTo>
                  <a:lnTo>
                    <a:pt x="2479979" y="873887"/>
                  </a:lnTo>
                  <a:lnTo>
                    <a:pt x="2523045" y="868324"/>
                  </a:lnTo>
                  <a:lnTo>
                    <a:pt x="2534145" y="863752"/>
                  </a:lnTo>
                  <a:lnTo>
                    <a:pt x="2539530" y="855637"/>
                  </a:lnTo>
                  <a:lnTo>
                    <a:pt x="2543441" y="842352"/>
                  </a:lnTo>
                  <a:lnTo>
                    <a:pt x="2539492" y="825246"/>
                  </a:lnTo>
                  <a:lnTo>
                    <a:pt x="2522321" y="807377"/>
                  </a:lnTo>
                  <a:lnTo>
                    <a:pt x="2497721" y="789622"/>
                  </a:lnTo>
                  <a:lnTo>
                    <a:pt x="2471420" y="772845"/>
                  </a:lnTo>
                  <a:lnTo>
                    <a:pt x="2451671" y="757605"/>
                  </a:lnTo>
                  <a:lnTo>
                    <a:pt x="2440025" y="742810"/>
                  </a:lnTo>
                  <a:lnTo>
                    <a:pt x="2432164" y="726871"/>
                  </a:lnTo>
                  <a:lnTo>
                    <a:pt x="2423782" y="708190"/>
                  </a:lnTo>
                  <a:lnTo>
                    <a:pt x="2410269" y="690460"/>
                  </a:lnTo>
                  <a:lnTo>
                    <a:pt x="2391626" y="674268"/>
                  </a:lnTo>
                  <a:lnTo>
                    <a:pt x="2370455" y="653364"/>
                  </a:lnTo>
                  <a:lnTo>
                    <a:pt x="2349385" y="621550"/>
                  </a:lnTo>
                  <a:lnTo>
                    <a:pt x="2372487" y="628878"/>
                  </a:lnTo>
                  <a:lnTo>
                    <a:pt x="2394229" y="628827"/>
                  </a:lnTo>
                  <a:lnTo>
                    <a:pt x="2411869" y="621322"/>
                  </a:lnTo>
                  <a:lnTo>
                    <a:pt x="2422639" y="606323"/>
                  </a:lnTo>
                  <a:lnTo>
                    <a:pt x="2420683" y="585203"/>
                  </a:lnTo>
                  <a:lnTo>
                    <a:pt x="2403132" y="558330"/>
                  </a:lnTo>
                  <a:lnTo>
                    <a:pt x="2371839" y="524027"/>
                  </a:lnTo>
                  <a:lnTo>
                    <a:pt x="2328621" y="480631"/>
                  </a:lnTo>
                  <a:lnTo>
                    <a:pt x="2347010" y="486448"/>
                  </a:lnTo>
                  <a:lnTo>
                    <a:pt x="2365857" y="485063"/>
                  </a:lnTo>
                  <a:lnTo>
                    <a:pt x="2380094" y="475678"/>
                  </a:lnTo>
                  <a:lnTo>
                    <a:pt x="2384729" y="457504"/>
                  </a:lnTo>
                  <a:lnTo>
                    <a:pt x="2365857" y="434441"/>
                  </a:lnTo>
                  <a:lnTo>
                    <a:pt x="2326297" y="410222"/>
                  </a:lnTo>
                  <a:lnTo>
                    <a:pt x="2286038" y="383730"/>
                  </a:lnTo>
                  <a:lnTo>
                    <a:pt x="2265070" y="353809"/>
                  </a:lnTo>
                  <a:lnTo>
                    <a:pt x="2258911" y="328676"/>
                  </a:lnTo>
                  <a:lnTo>
                    <a:pt x="2242578" y="294830"/>
                  </a:lnTo>
                  <a:lnTo>
                    <a:pt x="2235822" y="269646"/>
                  </a:lnTo>
                  <a:lnTo>
                    <a:pt x="2224963" y="241579"/>
                  </a:lnTo>
                  <a:lnTo>
                    <a:pt x="2208111" y="216408"/>
                  </a:lnTo>
                  <a:lnTo>
                    <a:pt x="2192617" y="186436"/>
                  </a:lnTo>
                  <a:lnTo>
                    <a:pt x="2185809" y="143967"/>
                  </a:lnTo>
                  <a:lnTo>
                    <a:pt x="2182101" y="92633"/>
                  </a:lnTo>
                  <a:lnTo>
                    <a:pt x="2172589" y="46342"/>
                  </a:lnTo>
                  <a:lnTo>
                    <a:pt x="2159736" y="12877"/>
                  </a:lnTo>
                  <a:lnTo>
                    <a:pt x="2145995" y="0"/>
                  </a:lnTo>
                  <a:lnTo>
                    <a:pt x="2132253" y="12877"/>
                  </a:lnTo>
                  <a:lnTo>
                    <a:pt x="2119401" y="46342"/>
                  </a:lnTo>
                  <a:lnTo>
                    <a:pt x="2109889" y="92633"/>
                  </a:lnTo>
                  <a:lnTo>
                    <a:pt x="2106168" y="143967"/>
                  </a:lnTo>
                  <a:lnTo>
                    <a:pt x="2099373" y="186423"/>
                  </a:lnTo>
                  <a:lnTo>
                    <a:pt x="2083879" y="216408"/>
                  </a:lnTo>
                  <a:lnTo>
                    <a:pt x="2067026" y="241579"/>
                  </a:lnTo>
                  <a:lnTo>
                    <a:pt x="2056155" y="269646"/>
                  </a:lnTo>
                  <a:lnTo>
                    <a:pt x="2049386" y="294817"/>
                  </a:lnTo>
                  <a:lnTo>
                    <a:pt x="2049018" y="295579"/>
                  </a:lnTo>
                  <a:lnTo>
                    <a:pt x="2049018" y="3191916"/>
                  </a:lnTo>
                  <a:lnTo>
                    <a:pt x="2041677" y="3365106"/>
                  </a:lnTo>
                  <a:lnTo>
                    <a:pt x="1425321" y="3369208"/>
                  </a:lnTo>
                  <a:lnTo>
                    <a:pt x="1273937" y="3370542"/>
                  </a:lnTo>
                  <a:lnTo>
                    <a:pt x="1219187" y="3378682"/>
                  </a:lnTo>
                  <a:lnTo>
                    <a:pt x="1175143" y="3394151"/>
                  </a:lnTo>
                  <a:lnTo>
                    <a:pt x="835444" y="3394151"/>
                  </a:lnTo>
                  <a:lnTo>
                    <a:pt x="830491" y="3267151"/>
                  </a:lnTo>
                  <a:lnTo>
                    <a:pt x="857605" y="3279851"/>
                  </a:lnTo>
                  <a:lnTo>
                    <a:pt x="897966" y="3292551"/>
                  </a:lnTo>
                  <a:lnTo>
                    <a:pt x="959904" y="3292551"/>
                  </a:lnTo>
                  <a:lnTo>
                    <a:pt x="958481" y="3279851"/>
                  </a:lnTo>
                  <a:lnTo>
                    <a:pt x="955421" y="3279851"/>
                  </a:lnTo>
                  <a:lnTo>
                    <a:pt x="953731" y="3267151"/>
                  </a:lnTo>
                  <a:lnTo>
                    <a:pt x="970318" y="3267151"/>
                  </a:lnTo>
                  <a:lnTo>
                    <a:pt x="1007745" y="3279851"/>
                  </a:lnTo>
                  <a:lnTo>
                    <a:pt x="1047521" y="3279851"/>
                  </a:lnTo>
                  <a:lnTo>
                    <a:pt x="1071168" y="3267151"/>
                  </a:lnTo>
                  <a:lnTo>
                    <a:pt x="1078547" y="3267151"/>
                  </a:lnTo>
                  <a:lnTo>
                    <a:pt x="1081024" y="3254451"/>
                  </a:lnTo>
                  <a:lnTo>
                    <a:pt x="1077341" y="3241751"/>
                  </a:lnTo>
                  <a:lnTo>
                    <a:pt x="1066228" y="3229051"/>
                  </a:lnTo>
                  <a:lnTo>
                    <a:pt x="1105687" y="3241751"/>
                  </a:lnTo>
                  <a:lnTo>
                    <a:pt x="1200670" y="3241751"/>
                  </a:lnTo>
                  <a:lnTo>
                    <a:pt x="1206436" y="3229051"/>
                  </a:lnTo>
                  <a:lnTo>
                    <a:pt x="1204722" y="3216351"/>
                  </a:lnTo>
                  <a:lnTo>
                    <a:pt x="1195044" y="3203651"/>
                  </a:lnTo>
                  <a:lnTo>
                    <a:pt x="1176921" y="3190951"/>
                  </a:lnTo>
                  <a:lnTo>
                    <a:pt x="1205318" y="3203651"/>
                  </a:lnTo>
                  <a:lnTo>
                    <a:pt x="1265313" y="3229051"/>
                  </a:lnTo>
                  <a:lnTo>
                    <a:pt x="1380439" y="3229051"/>
                  </a:lnTo>
                  <a:lnTo>
                    <a:pt x="1377835" y="3216351"/>
                  </a:lnTo>
                  <a:lnTo>
                    <a:pt x="1367282" y="3190951"/>
                  </a:lnTo>
                  <a:lnTo>
                    <a:pt x="1355801" y="3178251"/>
                  </a:lnTo>
                  <a:lnTo>
                    <a:pt x="1381290" y="3178251"/>
                  </a:lnTo>
                  <a:lnTo>
                    <a:pt x="1407172" y="3165551"/>
                  </a:lnTo>
                  <a:lnTo>
                    <a:pt x="1448079" y="3165551"/>
                  </a:lnTo>
                  <a:lnTo>
                    <a:pt x="1469796" y="3152851"/>
                  </a:lnTo>
                  <a:lnTo>
                    <a:pt x="1488884" y="3140151"/>
                  </a:lnTo>
                  <a:lnTo>
                    <a:pt x="1500339" y="3140151"/>
                  </a:lnTo>
                  <a:lnTo>
                    <a:pt x="1501038" y="3139440"/>
                  </a:lnTo>
                  <a:lnTo>
                    <a:pt x="1506474" y="3146221"/>
                  </a:lnTo>
                  <a:lnTo>
                    <a:pt x="1535137" y="3151632"/>
                  </a:lnTo>
                  <a:lnTo>
                    <a:pt x="1585595" y="3150616"/>
                  </a:lnTo>
                  <a:lnTo>
                    <a:pt x="1645780" y="3143427"/>
                  </a:lnTo>
                  <a:lnTo>
                    <a:pt x="1703578" y="3130321"/>
                  </a:lnTo>
                  <a:lnTo>
                    <a:pt x="1687245" y="3155175"/>
                  </a:lnTo>
                  <a:lnTo>
                    <a:pt x="1681835" y="3172714"/>
                  </a:lnTo>
                  <a:lnTo>
                    <a:pt x="1685467" y="3185210"/>
                  </a:lnTo>
                  <a:lnTo>
                    <a:pt x="1696250" y="3194964"/>
                  </a:lnTo>
                  <a:lnTo>
                    <a:pt x="1730857" y="3200108"/>
                  </a:lnTo>
                  <a:lnTo>
                    <a:pt x="1789176" y="3199536"/>
                  </a:lnTo>
                  <a:lnTo>
                    <a:pt x="1844065" y="3196679"/>
                  </a:lnTo>
                  <a:lnTo>
                    <a:pt x="1868385" y="3194964"/>
                  </a:lnTo>
                  <a:lnTo>
                    <a:pt x="1865922" y="3198647"/>
                  </a:lnTo>
                  <a:lnTo>
                    <a:pt x="1861464" y="3207461"/>
                  </a:lnTo>
                  <a:lnTo>
                    <a:pt x="1859394" y="3218103"/>
                  </a:lnTo>
                  <a:lnTo>
                    <a:pt x="1864106" y="3227247"/>
                  </a:lnTo>
                  <a:lnTo>
                    <a:pt x="1894179" y="3229241"/>
                  </a:lnTo>
                  <a:lnTo>
                    <a:pt x="1950123" y="3222358"/>
                  </a:lnTo>
                  <a:lnTo>
                    <a:pt x="2009292" y="3209086"/>
                  </a:lnTo>
                  <a:lnTo>
                    <a:pt x="2049018" y="3191916"/>
                  </a:lnTo>
                  <a:lnTo>
                    <a:pt x="2049018" y="295579"/>
                  </a:lnTo>
                  <a:lnTo>
                    <a:pt x="2041105" y="311734"/>
                  </a:lnTo>
                  <a:lnTo>
                    <a:pt x="2033041" y="328637"/>
                  </a:lnTo>
                  <a:lnTo>
                    <a:pt x="2026907" y="353809"/>
                  </a:lnTo>
                  <a:lnTo>
                    <a:pt x="2005990" y="383768"/>
                  </a:lnTo>
                  <a:lnTo>
                    <a:pt x="1965731" y="410260"/>
                  </a:lnTo>
                  <a:lnTo>
                    <a:pt x="1926145" y="434454"/>
                  </a:lnTo>
                  <a:lnTo>
                    <a:pt x="1907260" y="457504"/>
                  </a:lnTo>
                  <a:lnTo>
                    <a:pt x="1911896" y="475678"/>
                  </a:lnTo>
                  <a:lnTo>
                    <a:pt x="1926170" y="485063"/>
                  </a:lnTo>
                  <a:lnTo>
                    <a:pt x="1945005" y="486448"/>
                  </a:lnTo>
                  <a:lnTo>
                    <a:pt x="1963369" y="480631"/>
                  </a:lnTo>
                  <a:lnTo>
                    <a:pt x="1920201" y="524027"/>
                  </a:lnTo>
                  <a:lnTo>
                    <a:pt x="1888921" y="558330"/>
                  </a:lnTo>
                  <a:lnTo>
                    <a:pt x="1871357" y="585203"/>
                  </a:lnTo>
                  <a:lnTo>
                    <a:pt x="1869338" y="606323"/>
                  </a:lnTo>
                  <a:lnTo>
                    <a:pt x="1880082" y="621322"/>
                  </a:lnTo>
                  <a:lnTo>
                    <a:pt x="1897722" y="628827"/>
                  </a:lnTo>
                  <a:lnTo>
                    <a:pt x="1919490" y="628878"/>
                  </a:lnTo>
                  <a:lnTo>
                    <a:pt x="1942604" y="621550"/>
                  </a:lnTo>
                  <a:lnTo>
                    <a:pt x="1921535" y="653351"/>
                  </a:lnTo>
                  <a:lnTo>
                    <a:pt x="1900364" y="674230"/>
                  </a:lnTo>
                  <a:lnTo>
                    <a:pt x="1881720" y="690422"/>
                  </a:lnTo>
                  <a:lnTo>
                    <a:pt x="1868195" y="708190"/>
                  </a:lnTo>
                  <a:lnTo>
                    <a:pt x="1851926" y="742835"/>
                  </a:lnTo>
                  <a:lnTo>
                    <a:pt x="1820570" y="772845"/>
                  </a:lnTo>
                  <a:lnTo>
                    <a:pt x="1794306" y="789609"/>
                  </a:lnTo>
                  <a:lnTo>
                    <a:pt x="1769694" y="807351"/>
                  </a:lnTo>
                  <a:lnTo>
                    <a:pt x="1752511" y="825207"/>
                  </a:lnTo>
                  <a:lnTo>
                    <a:pt x="1748548" y="842352"/>
                  </a:lnTo>
                  <a:lnTo>
                    <a:pt x="1752447" y="855675"/>
                  </a:lnTo>
                  <a:lnTo>
                    <a:pt x="1757832" y="863790"/>
                  </a:lnTo>
                  <a:lnTo>
                    <a:pt x="1768932" y="868337"/>
                  </a:lnTo>
                  <a:lnTo>
                    <a:pt x="1811997" y="873887"/>
                  </a:lnTo>
                  <a:lnTo>
                    <a:pt x="1826145" y="876642"/>
                  </a:lnTo>
                  <a:lnTo>
                    <a:pt x="1836851" y="877341"/>
                  </a:lnTo>
                  <a:lnTo>
                    <a:pt x="1848573" y="874052"/>
                  </a:lnTo>
                  <a:lnTo>
                    <a:pt x="1882114" y="860056"/>
                  </a:lnTo>
                  <a:lnTo>
                    <a:pt x="1870849" y="874128"/>
                  </a:lnTo>
                  <a:lnTo>
                    <a:pt x="1842820" y="907173"/>
                  </a:lnTo>
                  <a:lnTo>
                    <a:pt x="1806676" y="945502"/>
                  </a:lnTo>
                  <a:lnTo>
                    <a:pt x="1771027" y="975360"/>
                  </a:lnTo>
                  <a:lnTo>
                    <a:pt x="1746338" y="993305"/>
                  </a:lnTo>
                  <a:lnTo>
                    <a:pt x="1721688" y="1016101"/>
                  </a:lnTo>
                  <a:lnTo>
                    <a:pt x="1706918" y="1024775"/>
                  </a:lnTo>
                  <a:lnTo>
                    <a:pt x="1687385" y="1035697"/>
                  </a:lnTo>
                  <a:lnTo>
                    <a:pt x="1667611" y="1049337"/>
                  </a:lnTo>
                  <a:lnTo>
                    <a:pt x="1647964" y="1063205"/>
                  </a:lnTo>
                  <a:lnTo>
                    <a:pt x="1628800" y="1074762"/>
                  </a:lnTo>
                  <a:lnTo>
                    <a:pt x="1612976" y="1084110"/>
                  </a:lnTo>
                  <a:lnTo>
                    <a:pt x="1603070" y="1093355"/>
                  </a:lnTo>
                  <a:lnTo>
                    <a:pt x="1598993" y="1103071"/>
                  </a:lnTo>
                  <a:lnTo>
                    <a:pt x="1600695" y="1113802"/>
                  </a:lnTo>
                  <a:lnTo>
                    <a:pt x="1607794" y="1122553"/>
                  </a:lnTo>
                  <a:lnTo>
                    <a:pt x="1618996" y="1126680"/>
                  </a:lnTo>
                  <a:lnTo>
                    <a:pt x="1632940" y="1127277"/>
                  </a:lnTo>
                  <a:lnTo>
                    <a:pt x="1648231" y="1125423"/>
                  </a:lnTo>
                  <a:lnTo>
                    <a:pt x="1661909" y="1124204"/>
                  </a:lnTo>
                  <a:lnTo>
                    <a:pt x="1671853" y="1125054"/>
                  </a:lnTo>
                  <a:lnTo>
                    <a:pt x="1677911" y="1126591"/>
                  </a:lnTo>
                  <a:lnTo>
                    <a:pt x="1679956" y="1127417"/>
                  </a:lnTo>
                  <a:lnTo>
                    <a:pt x="1677301" y="1132547"/>
                  </a:lnTo>
                  <a:lnTo>
                    <a:pt x="1669211" y="1144854"/>
                  </a:lnTo>
                  <a:lnTo>
                    <a:pt x="1655521" y="1159675"/>
                  </a:lnTo>
                  <a:lnTo>
                    <a:pt x="1636039" y="1172362"/>
                  </a:lnTo>
                  <a:lnTo>
                    <a:pt x="1615833" y="1183195"/>
                  </a:lnTo>
                  <a:lnTo>
                    <a:pt x="1599349" y="1195006"/>
                  </a:lnTo>
                  <a:lnTo>
                    <a:pt x="1562163" y="1228674"/>
                  </a:lnTo>
                  <a:lnTo>
                    <a:pt x="1549793" y="1248981"/>
                  </a:lnTo>
                  <a:lnTo>
                    <a:pt x="1551165" y="1258430"/>
                  </a:lnTo>
                  <a:lnTo>
                    <a:pt x="1558366" y="1266494"/>
                  </a:lnTo>
                  <a:lnTo>
                    <a:pt x="1571688" y="1270787"/>
                  </a:lnTo>
                  <a:lnTo>
                    <a:pt x="1592453" y="1268895"/>
                  </a:lnTo>
                  <a:lnTo>
                    <a:pt x="1621942" y="1258430"/>
                  </a:lnTo>
                  <a:lnTo>
                    <a:pt x="1649069" y="1246085"/>
                  </a:lnTo>
                  <a:lnTo>
                    <a:pt x="1665630" y="1238910"/>
                  </a:lnTo>
                  <a:lnTo>
                    <a:pt x="1677276" y="1234948"/>
                  </a:lnTo>
                  <a:lnTo>
                    <a:pt x="1689671" y="1232242"/>
                  </a:lnTo>
                  <a:lnTo>
                    <a:pt x="1709839" y="1225956"/>
                  </a:lnTo>
                  <a:lnTo>
                    <a:pt x="1735150" y="1215656"/>
                  </a:lnTo>
                  <a:lnTo>
                    <a:pt x="1756803" y="1206030"/>
                  </a:lnTo>
                  <a:lnTo>
                    <a:pt x="1765985" y="1201775"/>
                  </a:lnTo>
                  <a:lnTo>
                    <a:pt x="1763725" y="1207008"/>
                  </a:lnTo>
                  <a:lnTo>
                    <a:pt x="1737309" y="1251191"/>
                  </a:lnTo>
                  <a:lnTo>
                    <a:pt x="1700606" y="1272717"/>
                  </a:lnTo>
                  <a:lnTo>
                    <a:pt x="1687868" y="1282331"/>
                  </a:lnTo>
                  <a:lnTo>
                    <a:pt x="1673720" y="1294625"/>
                  </a:lnTo>
                  <a:lnTo>
                    <a:pt x="1657781" y="1306906"/>
                  </a:lnTo>
                  <a:lnTo>
                    <a:pt x="1641157" y="1320774"/>
                  </a:lnTo>
                  <a:lnTo>
                    <a:pt x="1608556" y="1353426"/>
                  </a:lnTo>
                  <a:lnTo>
                    <a:pt x="1556689" y="1370114"/>
                  </a:lnTo>
                  <a:lnTo>
                    <a:pt x="1542783" y="1375740"/>
                  </a:lnTo>
                  <a:lnTo>
                    <a:pt x="1534261" y="1387779"/>
                  </a:lnTo>
                  <a:lnTo>
                    <a:pt x="1532826" y="1403019"/>
                  </a:lnTo>
                  <a:lnTo>
                    <a:pt x="1540205" y="1418297"/>
                  </a:lnTo>
                  <a:lnTo>
                    <a:pt x="1553121" y="1428661"/>
                  </a:lnTo>
                  <a:lnTo>
                    <a:pt x="1566633" y="1433017"/>
                  </a:lnTo>
                  <a:lnTo>
                    <a:pt x="1579892" y="1433804"/>
                  </a:lnTo>
                  <a:lnTo>
                    <a:pt x="1592122" y="1433525"/>
                  </a:lnTo>
                  <a:lnTo>
                    <a:pt x="1642135" y="1433817"/>
                  </a:lnTo>
                  <a:lnTo>
                    <a:pt x="1641830" y="1436573"/>
                  </a:lnTo>
                  <a:lnTo>
                    <a:pt x="1642427" y="1443329"/>
                  </a:lnTo>
                  <a:lnTo>
                    <a:pt x="1646237" y="1451813"/>
                  </a:lnTo>
                  <a:lnTo>
                    <a:pt x="1655572" y="1459712"/>
                  </a:lnTo>
                  <a:lnTo>
                    <a:pt x="1642757" y="1482331"/>
                  </a:lnTo>
                  <a:lnTo>
                    <a:pt x="1630413" y="1498955"/>
                  </a:lnTo>
                  <a:lnTo>
                    <a:pt x="1617827" y="1510906"/>
                  </a:lnTo>
                  <a:lnTo>
                    <a:pt x="1604314" y="1519504"/>
                  </a:lnTo>
                  <a:lnTo>
                    <a:pt x="1590929" y="1527149"/>
                  </a:lnTo>
                  <a:lnTo>
                    <a:pt x="1578825" y="1535684"/>
                  </a:lnTo>
                  <a:lnTo>
                    <a:pt x="1567408" y="1545590"/>
                  </a:lnTo>
                  <a:lnTo>
                    <a:pt x="1556118" y="1557299"/>
                  </a:lnTo>
                  <a:lnTo>
                    <a:pt x="1545882" y="1566659"/>
                  </a:lnTo>
                  <a:lnTo>
                    <a:pt x="1536890" y="1571409"/>
                  </a:lnTo>
                  <a:lnTo>
                    <a:pt x="1527441" y="1574888"/>
                  </a:lnTo>
                  <a:lnTo>
                    <a:pt x="1515821" y="1580438"/>
                  </a:lnTo>
                  <a:lnTo>
                    <a:pt x="1506245" y="1588046"/>
                  </a:lnTo>
                  <a:lnTo>
                    <a:pt x="1500644" y="1594827"/>
                  </a:lnTo>
                  <a:lnTo>
                    <a:pt x="1493786" y="1599920"/>
                  </a:lnTo>
                  <a:lnTo>
                    <a:pt x="1480477" y="1602435"/>
                  </a:lnTo>
                  <a:lnTo>
                    <a:pt x="1465313" y="1604911"/>
                  </a:lnTo>
                  <a:lnTo>
                    <a:pt x="1455674" y="1610360"/>
                  </a:lnTo>
                  <a:lnTo>
                    <a:pt x="1450517" y="1618551"/>
                  </a:lnTo>
                  <a:lnTo>
                    <a:pt x="1448752" y="1629283"/>
                  </a:lnTo>
                  <a:lnTo>
                    <a:pt x="1448549" y="1640306"/>
                  </a:lnTo>
                  <a:lnTo>
                    <a:pt x="1449362" y="1649590"/>
                  </a:lnTo>
                  <a:lnTo>
                    <a:pt x="1516329" y="1669884"/>
                  </a:lnTo>
                  <a:lnTo>
                    <a:pt x="1568399" y="1670799"/>
                  </a:lnTo>
                  <a:lnTo>
                    <a:pt x="1566951" y="1677619"/>
                  </a:lnTo>
                  <a:lnTo>
                    <a:pt x="1549869" y="1715300"/>
                  </a:lnTo>
                  <a:lnTo>
                    <a:pt x="1508226" y="1748409"/>
                  </a:lnTo>
                  <a:lnTo>
                    <a:pt x="1475397" y="1763001"/>
                  </a:lnTo>
                  <a:lnTo>
                    <a:pt x="1467129" y="1769630"/>
                  </a:lnTo>
                  <a:lnTo>
                    <a:pt x="1460093" y="1774901"/>
                  </a:lnTo>
                  <a:lnTo>
                    <a:pt x="1450975" y="1777492"/>
                  </a:lnTo>
                  <a:lnTo>
                    <a:pt x="1442770" y="1780882"/>
                  </a:lnTo>
                  <a:lnTo>
                    <a:pt x="1438465" y="1788579"/>
                  </a:lnTo>
                  <a:lnTo>
                    <a:pt x="1438402" y="1798955"/>
                  </a:lnTo>
                  <a:lnTo>
                    <a:pt x="1441653" y="1807502"/>
                  </a:lnTo>
                  <a:lnTo>
                    <a:pt x="1449260" y="1813293"/>
                  </a:lnTo>
                  <a:lnTo>
                    <a:pt x="1462278" y="1815426"/>
                  </a:lnTo>
                  <a:lnTo>
                    <a:pt x="1473314" y="1822983"/>
                  </a:lnTo>
                  <a:lnTo>
                    <a:pt x="1484223" y="1826475"/>
                  </a:lnTo>
                  <a:lnTo>
                    <a:pt x="1496047" y="1827352"/>
                  </a:lnTo>
                  <a:lnTo>
                    <a:pt x="1509814" y="1827047"/>
                  </a:lnTo>
                  <a:lnTo>
                    <a:pt x="1530502" y="1822513"/>
                  </a:lnTo>
                  <a:lnTo>
                    <a:pt x="1556410" y="1813115"/>
                  </a:lnTo>
                  <a:lnTo>
                    <a:pt x="1578546" y="1803819"/>
                  </a:lnTo>
                  <a:lnTo>
                    <a:pt x="1587931" y="1799615"/>
                  </a:lnTo>
                  <a:lnTo>
                    <a:pt x="1583486" y="1804708"/>
                  </a:lnTo>
                  <a:lnTo>
                    <a:pt x="1571028" y="1817090"/>
                  </a:lnTo>
                  <a:lnTo>
                    <a:pt x="1551876" y="1832483"/>
                  </a:lnTo>
                  <a:lnTo>
                    <a:pt x="1527340" y="1846554"/>
                  </a:lnTo>
                  <a:lnTo>
                    <a:pt x="1502181" y="1861362"/>
                  </a:lnTo>
                  <a:lnTo>
                    <a:pt x="1481264" y="1878965"/>
                  </a:lnTo>
                  <a:lnTo>
                    <a:pt x="1466138" y="1895119"/>
                  </a:lnTo>
                  <a:lnTo>
                    <a:pt x="1458277" y="1905596"/>
                  </a:lnTo>
                  <a:lnTo>
                    <a:pt x="1450047" y="1913153"/>
                  </a:lnTo>
                  <a:lnTo>
                    <a:pt x="1436077" y="1923351"/>
                  </a:lnTo>
                  <a:lnTo>
                    <a:pt x="1421333" y="1936115"/>
                  </a:lnTo>
                  <a:lnTo>
                    <a:pt x="1410741" y="1951393"/>
                  </a:lnTo>
                  <a:lnTo>
                    <a:pt x="1394675" y="1960676"/>
                  </a:lnTo>
                  <a:lnTo>
                    <a:pt x="1380502" y="1966849"/>
                  </a:lnTo>
                  <a:lnTo>
                    <a:pt x="1369783" y="1972500"/>
                  </a:lnTo>
                  <a:lnTo>
                    <a:pt x="1364056" y="1980234"/>
                  </a:lnTo>
                  <a:lnTo>
                    <a:pt x="1349857" y="1984222"/>
                  </a:lnTo>
                  <a:lnTo>
                    <a:pt x="1340510" y="1991360"/>
                  </a:lnTo>
                  <a:lnTo>
                    <a:pt x="1337437" y="2001735"/>
                  </a:lnTo>
                  <a:lnTo>
                    <a:pt x="1342047" y="2015464"/>
                  </a:lnTo>
                  <a:lnTo>
                    <a:pt x="1354277" y="2027885"/>
                  </a:lnTo>
                  <a:lnTo>
                    <a:pt x="1372552" y="2034857"/>
                  </a:lnTo>
                  <a:lnTo>
                    <a:pt x="1396060" y="2037283"/>
                  </a:lnTo>
                  <a:lnTo>
                    <a:pt x="1423974" y="2036038"/>
                  </a:lnTo>
                  <a:lnTo>
                    <a:pt x="1454721" y="2028736"/>
                  </a:lnTo>
                  <a:lnTo>
                    <a:pt x="1483550" y="2016315"/>
                  </a:lnTo>
                  <a:lnTo>
                    <a:pt x="1504899" y="2004580"/>
                  </a:lnTo>
                  <a:lnTo>
                    <a:pt x="1513243" y="1999373"/>
                  </a:lnTo>
                  <a:lnTo>
                    <a:pt x="1523657" y="2002155"/>
                  </a:lnTo>
                  <a:lnTo>
                    <a:pt x="1548447" y="2006561"/>
                  </a:lnTo>
                  <a:lnTo>
                    <a:pt x="1577949" y="2006688"/>
                  </a:lnTo>
                  <a:lnTo>
                    <a:pt x="1602511" y="1996617"/>
                  </a:lnTo>
                  <a:lnTo>
                    <a:pt x="1580718" y="2018792"/>
                  </a:lnTo>
                  <a:lnTo>
                    <a:pt x="1557489" y="2032406"/>
                  </a:lnTo>
                  <a:lnTo>
                    <a:pt x="1534350" y="2045500"/>
                  </a:lnTo>
                  <a:lnTo>
                    <a:pt x="1512773" y="2066124"/>
                  </a:lnTo>
                  <a:lnTo>
                    <a:pt x="1495920" y="2094928"/>
                  </a:lnTo>
                  <a:lnTo>
                    <a:pt x="1485239" y="2123122"/>
                  </a:lnTo>
                  <a:lnTo>
                    <a:pt x="1479626" y="2144547"/>
                  </a:lnTo>
                  <a:lnTo>
                    <a:pt x="1478000" y="2153056"/>
                  </a:lnTo>
                  <a:lnTo>
                    <a:pt x="1447774" y="2178608"/>
                  </a:lnTo>
                  <a:lnTo>
                    <a:pt x="1422374" y="2201087"/>
                  </a:lnTo>
                  <a:lnTo>
                    <a:pt x="1401114" y="2221598"/>
                  </a:lnTo>
                  <a:lnTo>
                    <a:pt x="1362367" y="2240813"/>
                  </a:lnTo>
                  <a:lnTo>
                    <a:pt x="1348384" y="2246807"/>
                  </a:lnTo>
                  <a:lnTo>
                    <a:pt x="1337475" y="2249030"/>
                  </a:lnTo>
                  <a:lnTo>
                    <a:pt x="1326045" y="2249982"/>
                  </a:lnTo>
                  <a:lnTo>
                    <a:pt x="1313192" y="2253246"/>
                  </a:lnTo>
                  <a:lnTo>
                    <a:pt x="1302537" y="2259431"/>
                  </a:lnTo>
                  <a:lnTo>
                    <a:pt x="1297749" y="2269109"/>
                  </a:lnTo>
                  <a:lnTo>
                    <a:pt x="1301178" y="2282660"/>
                  </a:lnTo>
                  <a:lnTo>
                    <a:pt x="1314018" y="2297239"/>
                  </a:lnTo>
                  <a:lnTo>
                    <a:pt x="1338186" y="2308733"/>
                  </a:lnTo>
                  <a:lnTo>
                    <a:pt x="1375587" y="2313013"/>
                  </a:lnTo>
                  <a:lnTo>
                    <a:pt x="1395501" y="2324379"/>
                  </a:lnTo>
                  <a:lnTo>
                    <a:pt x="1412519" y="2328214"/>
                  </a:lnTo>
                  <a:lnTo>
                    <a:pt x="1428330" y="2325382"/>
                  </a:lnTo>
                  <a:lnTo>
                    <a:pt x="1444650" y="2316721"/>
                  </a:lnTo>
                  <a:lnTo>
                    <a:pt x="1466380" y="2306091"/>
                  </a:lnTo>
                  <a:lnTo>
                    <a:pt x="1496352" y="2297760"/>
                  </a:lnTo>
                  <a:lnTo>
                    <a:pt x="1533194" y="2293201"/>
                  </a:lnTo>
                  <a:lnTo>
                    <a:pt x="1575549" y="2293874"/>
                  </a:lnTo>
                  <a:lnTo>
                    <a:pt x="1541246" y="2317419"/>
                  </a:lnTo>
                  <a:lnTo>
                    <a:pt x="1541246" y="3075470"/>
                  </a:lnTo>
                  <a:lnTo>
                    <a:pt x="1514716" y="3101086"/>
                  </a:lnTo>
                  <a:lnTo>
                    <a:pt x="1514017" y="3102051"/>
                  </a:lnTo>
                  <a:lnTo>
                    <a:pt x="1498320" y="3102051"/>
                  </a:lnTo>
                  <a:lnTo>
                    <a:pt x="1499654" y="3101619"/>
                  </a:lnTo>
                  <a:lnTo>
                    <a:pt x="1541246" y="3075470"/>
                  </a:lnTo>
                  <a:lnTo>
                    <a:pt x="1541246" y="2317419"/>
                  </a:lnTo>
                  <a:lnTo>
                    <a:pt x="1530832" y="2324557"/>
                  </a:lnTo>
                  <a:lnTo>
                    <a:pt x="1486598" y="2356078"/>
                  </a:lnTo>
                  <a:lnTo>
                    <a:pt x="1486382" y="2356243"/>
                  </a:lnTo>
                  <a:lnTo>
                    <a:pt x="1486382" y="2705570"/>
                  </a:lnTo>
                  <a:lnTo>
                    <a:pt x="1479156" y="2720175"/>
                  </a:lnTo>
                  <a:lnTo>
                    <a:pt x="1456639" y="2755887"/>
                  </a:lnTo>
                  <a:lnTo>
                    <a:pt x="1417535" y="2800527"/>
                  </a:lnTo>
                  <a:lnTo>
                    <a:pt x="1360538" y="2841917"/>
                  </a:lnTo>
                  <a:lnTo>
                    <a:pt x="1325181" y="2857474"/>
                  </a:lnTo>
                  <a:lnTo>
                    <a:pt x="1311922" y="2848051"/>
                  </a:lnTo>
                  <a:lnTo>
                    <a:pt x="1301635" y="2835351"/>
                  </a:lnTo>
                  <a:lnTo>
                    <a:pt x="1313319" y="2835351"/>
                  </a:lnTo>
                  <a:lnTo>
                    <a:pt x="1329245" y="2822651"/>
                  </a:lnTo>
                  <a:lnTo>
                    <a:pt x="1365237" y="2822651"/>
                  </a:lnTo>
                  <a:lnTo>
                    <a:pt x="1374838" y="2809951"/>
                  </a:lnTo>
                  <a:lnTo>
                    <a:pt x="1375448" y="2797251"/>
                  </a:lnTo>
                  <a:lnTo>
                    <a:pt x="1365427" y="2784551"/>
                  </a:lnTo>
                  <a:lnTo>
                    <a:pt x="1346568" y="2784551"/>
                  </a:lnTo>
                  <a:lnTo>
                    <a:pt x="1323136" y="2771851"/>
                  </a:lnTo>
                  <a:lnTo>
                    <a:pt x="1297114" y="2759151"/>
                  </a:lnTo>
                  <a:lnTo>
                    <a:pt x="1275486" y="2738513"/>
                  </a:lnTo>
                  <a:lnTo>
                    <a:pt x="1280541" y="2736050"/>
                  </a:lnTo>
                  <a:lnTo>
                    <a:pt x="1303667" y="2722981"/>
                  </a:lnTo>
                  <a:lnTo>
                    <a:pt x="1321092" y="2717000"/>
                  </a:lnTo>
                  <a:lnTo>
                    <a:pt x="1328902" y="2721432"/>
                  </a:lnTo>
                  <a:lnTo>
                    <a:pt x="1329436" y="2731516"/>
                  </a:lnTo>
                  <a:lnTo>
                    <a:pt x="1329448" y="2742463"/>
                  </a:lnTo>
                  <a:lnTo>
                    <a:pt x="1335760" y="2749461"/>
                  </a:lnTo>
                  <a:lnTo>
                    <a:pt x="1349552" y="2752775"/>
                  </a:lnTo>
                  <a:lnTo>
                    <a:pt x="1367993" y="2753626"/>
                  </a:lnTo>
                  <a:lnTo>
                    <a:pt x="1391818" y="2748737"/>
                  </a:lnTo>
                  <a:lnTo>
                    <a:pt x="1421790" y="2734805"/>
                  </a:lnTo>
                  <a:lnTo>
                    <a:pt x="1450606" y="2719222"/>
                  </a:lnTo>
                  <a:lnTo>
                    <a:pt x="1470736" y="2710408"/>
                  </a:lnTo>
                  <a:lnTo>
                    <a:pt x="1482534" y="2706471"/>
                  </a:lnTo>
                  <a:lnTo>
                    <a:pt x="1486382" y="2705570"/>
                  </a:lnTo>
                  <a:lnTo>
                    <a:pt x="1486382" y="2356243"/>
                  </a:lnTo>
                  <a:lnTo>
                    <a:pt x="1443888" y="2387231"/>
                  </a:lnTo>
                  <a:lnTo>
                    <a:pt x="1403781" y="2416784"/>
                  </a:lnTo>
                  <a:lnTo>
                    <a:pt x="1364792" y="2443391"/>
                  </a:lnTo>
                  <a:lnTo>
                    <a:pt x="1326654" y="2465425"/>
                  </a:lnTo>
                  <a:lnTo>
                    <a:pt x="1292288" y="2481275"/>
                  </a:lnTo>
                  <a:lnTo>
                    <a:pt x="1264602" y="2489339"/>
                  </a:lnTo>
                  <a:lnTo>
                    <a:pt x="1249883" y="2498560"/>
                  </a:lnTo>
                  <a:lnTo>
                    <a:pt x="1289659" y="2542375"/>
                  </a:lnTo>
                  <a:lnTo>
                    <a:pt x="1340929" y="2549296"/>
                  </a:lnTo>
                  <a:lnTo>
                    <a:pt x="1362913" y="2550274"/>
                  </a:lnTo>
                  <a:lnTo>
                    <a:pt x="1358099" y="2556903"/>
                  </a:lnTo>
                  <a:lnTo>
                    <a:pt x="1343037" y="2573629"/>
                  </a:lnTo>
                  <a:lnTo>
                    <a:pt x="1316812" y="2595753"/>
                  </a:lnTo>
                  <a:lnTo>
                    <a:pt x="1290916" y="2611170"/>
                  </a:lnTo>
                  <a:lnTo>
                    <a:pt x="1286802" y="2606751"/>
                  </a:lnTo>
                  <a:lnTo>
                    <a:pt x="1272311" y="2606751"/>
                  </a:lnTo>
                  <a:lnTo>
                    <a:pt x="1257782" y="2594051"/>
                  </a:lnTo>
                  <a:lnTo>
                    <a:pt x="1240459" y="2581351"/>
                  </a:lnTo>
                  <a:lnTo>
                    <a:pt x="1225943" y="2568651"/>
                  </a:lnTo>
                  <a:lnTo>
                    <a:pt x="1219860" y="2555951"/>
                  </a:lnTo>
                  <a:lnTo>
                    <a:pt x="1218742" y="2555951"/>
                  </a:lnTo>
                  <a:lnTo>
                    <a:pt x="1214894" y="2543251"/>
                  </a:lnTo>
                  <a:lnTo>
                    <a:pt x="1209611" y="2524849"/>
                  </a:lnTo>
                  <a:lnTo>
                    <a:pt x="1209611" y="2657551"/>
                  </a:lnTo>
                  <a:lnTo>
                    <a:pt x="1199959" y="2663228"/>
                  </a:lnTo>
                  <a:lnTo>
                    <a:pt x="1183347" y="2670048"/>
                  </a:lnTo>
                  <a:lnTo>
                    <a:pt x="1153350" y="2657551"/>
                  </a:lnTo>
                  <a:lnTo>
                    <a:pt x="1209611" y="2657551"/>
                  </a:lnTo>
                  <a:lnTo>
                    <a:pt x="1209611" y="2524849"/>
                  </a:lnTo>
                  <a:lnTo>
                    <a:pt x="1207604" y="2517851"/>
                  </a:lnTo>
                  <a:lnTo>
                    <a:pt x="1196111" y="2492451"/>
                  </a:lnTo>
                  <a:lnTo>
                    <a:pt x="1181404" y="2479751"/>
                  </a:lnTo>
                  <a:lnTo>
                    <a:pt x="1165618" y="2479751"/>
                  </a:lnTo>
                  <a:lnTo>
                    <a:pt x="1149781" y="2467051"/>
                  </a:lnTo>
                  <a:lnTo>
                    <a:pt x="1134922" y="2454351"/>
                  </a:lnTo>
                  <a:lnTo>
                    <a:pt x="1201521" y="2454351"/>
                  </a:lnTo>
                  <a:lnTo>
                    <a:pt x="1216088" y="2467051"/>
                  </a:lnTo>
                  <a:lnTo>
                    <a:pt x="1235748" y="2467051"/>
                  </a:lnTo>
                  <a:lnTo>
                    <a:pt x="1256728" y="2479751"/>
                  </a:lnTo>
                  <a:lnTo>
                    <a:pt x="1291831" y="2479751"/>
                  </a:lnTo>
                  <a:lnTo>
                    <a:pt x="1304277" y="2467051"/>
                  </a:lnTo>
                  <a:lnTo>
                    <a:pt x="1312595" y="2467051"/>
                  </a:lnTo>
                  <a:lnTo>
                    <a:pt x="1315732" y="2454351"/>
                  </a:lnTo>
                  <a:lnTo>
                    <a:pt x="1313637" y="2441651"/>
                  </a:lnTo>
                  <a:lnTo>
                    <a:pt x="1297584" y="2441651"/>
                  </a:lnTo>
                  <a:lnTo>
                    <a:pt x="1293672" y="2428951"/>
                  </a:lnTo>
                  <a:lnTo>
                    <a:pt x="1276680" y="2428951"/>
                  </a:lnTo>
                  <a:lnTo>
                    <a:pt x="1265758" y="2416251"/>
                  </a:lnTo>
                  <a:lnTo>
                    <a:pt x="1258519" y="2403551"/>
                  </a:lnTo>
                  <a:lnTo>
                    <a:pt x="1248435" y="2403551"/>
                  </a:lnTo>
                  <a:lnTo>
                    <a:pt x="1238897" y="2390851"/>
                  </a:lnTo>
                  <a:lnTo>
                    <a:pt x="1233258" y="2390851"/>
                  </a:lnTo>
                  <a:lnTo>
                    <a:pt x="1227874" y="2378151"/>
                  </a:lnTo>
                  <a:lnTo>
                    <a:pt x="1217536" y="2365451"/>
                  </a:lnTo>
                  <a:lnTo>
                    <a:pt x="1203274" y="2352751"/>
                  </a:lnTo>
                  <a:lnTo>
                    <a:pt x="1186129" y="2352751"/>
                  </a:lnTo>
                  <a:lnTo>
                    <a:pt x="1169416" y="2340051"/>
                  </a:lnTo>
                  <a:lnTo>
                    <a:pt x="1156347" y="2327351"/>
                  </a:lnTo>
                  <a:lnTo>
                    <a:pt x="1147838" y="2314651"/>
                  </a:lnTo>
                  <a:lnTo>
                    <a:pt x="1151191" y="2314651"/>
                  </a:lnTo>
                  <a:lnTo>
                    <a:pt x="1166291" y="2327351"/>
                  </a:lnTo>
                  <a:lnTo>
                    <a:pt x="1183970" y="2327351"/>
                  </a:lnTo>
                  <a:lnTo>
                    <a:pt x="1198105" y="2340051"/>
                  </a:lnTo>
                  <a:lnTo>
                    <a:pt x="1215605" y="2340051"/>
                  </a:lnTo>
                  <a:lnTo>
                    <a:pt x="1223048" y="2327351"/>
                  </a:lnTo>
                  <a:lnTo>
                    <a:pt x="1244638" y="2327351"/>
                  </a:lnTo>
                  <a:lnTo>
                    <a:pt x="1246873" y="2314651"/>
                  </a:lnTo>
                  <a:lnTo>
                    <a:pt x="1246847" y="2301951"/>
                  </a:lnTo>
                  <a:lnTo>
                    <a:pt x="1232090" y="2301951"/>
                  </a:lnTo>
                  <a:lnTo>
                    <a:pt x="1227277" y="2289251"/>
                  </a:lnTo>
                  <a:lnTo>
                    <a:pt x="1212024" y="2289251"/>
                  </a:lnTo>
                  <a:lnTo>
                    <a:pt x="1199222" y="2276551"/>
                  </a:lnTo>
                  <a:lnTo>
                    <a:pt x="1183944" y="2276551"/>
                  </a:lnTo>
                  <a:lnTo>
                    <a:pt x="1170774" y="2263851"/>
                  </a:lnTo>
                  <a:lnTo>
                    <a:pt x="1162900" y="2238451"/>
                  </a:lnTo>
                  <a:lnTo>
                    <a:pt x="1159090" y="2238451"/>
                  </a:lnTo>
                  <a:lnTo>
                    <a:pt x="1158100" y="2225751"/>
                  </a:lnTo>
                  <a:lnTo>
                    <a:pt x="1233932" y="2225751"/>
                  </a:lnTo>
                  <a:lnTo>
                    <a:pt x="1240193" y="2213051"/>
                  </a:lnTo>
                  <a:lnTo>
                    <a:pt x="1239723" y="2200351"/>
                  </a:lnTo>
                  <a:lnTo>
                    <a:pt x="1238491" y="2187651"/>
                  </a:lnTo>
                  <a:lnTo>
                    <a:pt x="1228432" y="2187651"/>
                  </a:lnTo>
                  <a:lnTo>
                    <a:pt x="1218057" y="2174951"/>
                  </a:lnTo>
                  <a:lnTo>
                    <a:pt x="1200429" y="2174951"/>
                  </a:lnTo>
                  <a:lnTo>
                    <a:pt x="1193927" y="2162251"/>
                  </a:lnTo>
                  <a:lnTo>
                    <a:pt x="1173429" y="2162251"/>
                  </a:lnTo>
                  <a:lnTo>
                    <a:pt x="1166469" y="2149551"/>
                  </a:lnTo>
                  <a:lnTo>
                    <a:pt x="1158773" y="2136851"/>
                  </a:lnTo>
                  <a:lnTo>
                    <a:pt x="1150988" y="2136851"/>
                  </a:lnTo>
                  <a:lnTo>
                    <a:pt x="1142720" y="2124151"/>
                  </a:lnTo>
                  <a:lnTo>
                    <a:pt x="1124369" y="2124151"/>
                  </a:lnTo>
                  <a:lnTo>
                    <a:pt x="1115783" y="2111451"/>
                  </a:lnTo>
                  <a:lnTo>
                    <a:pt x="1107363" y="2098751"/>
                  </a:lnTo>
                  <a:lnTo>
                    <a:pt x="1098626" y="2086051"/>
                  </a:lnTo>
                  <a:lnTo>
                    <a:pt x="1110310" y="2073351"/>
                  </a:lnTo>
                  <a:lnTo>
                    <a:pt x="1107744" y="2060651"/>
                  </a:lnTo>
                  <a:lnTo>
                    <a:pt x="1177302" y="2060651"/>
                  </a:lnTo>
                  <a:lnTo>
                    <a:pt x="1182357" y="2047951"/>
                  </a:lnTo>
                  <a:lnTo>
                    <a:pt x="1181379" y="2035251"/>
                  </a:lnTo>
                  <a:lnTo>
                    <a:pt x="1175562" y="2022551"/>
                  </a:lnTo>
                  <a:lnTo>
                    <a:pt x="1142619" y="2022551"/>
                  </a:lnTo>
                  <a:lnTo>
                    <a:pt x="1130655" y="2009851"/>
                  </a:lnTo>
                  <a:lnTo>
                    <a:pt x="1119428" y="1997151"/>
                  </a:lnTo>
                  <a:lnTo>
                    <a:pt x="1108392" y="1984451"/>
                  </a:lnTo>
                  <a:lnTo>
                    <a:pt x="1097051" y="1984451"/>
                  </a:lnTo>
                  <a:lnTo>
                    <a:pt x="1086180" y="1971751"/>
                  </a:lnTo>
                  <a:lnTo>
                    <a:pt x="1076579" y="1959051"/>
                  </a:lnTo>
                  <a:lnTo>
                    <a:pt x="1067943" y="1959051"/>
                  </a:lnTo>
                  <a:lnTo>
                    <a:pt x="1059434" y="1946351"/>
                  </a:lnTo>
                  <a:lnTo>
                    <a:pt x="1042847" y="1946351"/>
                  </a:lnTo>
                  <a:lnTo>
                    <a:pt x="1035227" y="1933651"/>
                  </a:lnTo>
                  <a:lnTo>
                    <a:pt x="1029004" y="1920951"/>
                  </a:lnTo>
                  <a:lnTo>
                    <a:pt x="1024813" y="1908251"/>
                  </a:lnTo>
                  <a:lnTo>
                    <a:pt x="1029550" y="1908251"/>
                  </a:lnTo>
                  <a:lnTo>
                    <a:pt x="1044321" y="1920951"/>
                  </a:lnTo>
                  <a:lnTo>
                    <a:pt x="1075347" y="1920951"/>
                  </a:lnTo>
                  <a:lnTo>
                    <a:pt x="1083792" y="1933651"/>
                  </a:lnTo>
                  <a:lnTo>
                    <a:pt x="1103071" y="1933651"/>
                  </a:lnTo>
                  <a:lnTo>
                    <a:pt x="1121625" y="1946351"/>
                  </a:lnTo>
                  <a:lnTo>
                    <a:pt x="1141780" y="1946351"/>
                  </a:lnTo>
                  <a:lnTo>
                    <a:pt x="1155941" y="1959051"/>
                  </a:lnTo>
                  <a:lnTo>
                    <a:pt x="1165021" y="1946351"/>
                  </a:lnTo>
                  <a:lnTo>
                    <a:pt x="1169885" y="1946351"/>
                  </a:lnTo>
                  <a:lnTo>
                    <a:pt x="1170787" y="1933651"/>
                  </a:lnTo>
                  <a:lnTo>
                    <a:pt x="1167980" y="1933651"/>
                  </a:lnTo>
                  <a:lnTo>
                    <a:pt x="1162367" y="1920951"/>
                  </a:lnTo>
                  <a:lnTo>
                    <a:pt x="1154874" y="1920951"/>
                  </a:lnTo>
                  <a:lnTo>
                    <a:pt x="1146467" y="1908251"/>
                  </a:lnTo>
                  <a:lnTo>
                    <a:pt x="1137018" y="1895551"/>
                  </a:lnTo>
                  <a:lnTo>
                    <a:pt x="1125778" y="1895551"/>
                  </a:lnTo>
                  <a:lnTo>
                    <a:pt x="1112024" y="1882851"/>
                  </a:lnTo>
                  <a:lnTo>
                    <a:pt x="1098753" y="1882851"/>
                  </a:lnTo>
                  <a:lnTo>
                    <a:pt x="1089380" y="1870151"/>
                  </a:lnTo>
                  <a:lnTo>
                    <a:pt x="1083830" y="1857451"/>
                  </a:lnTo>
                  <a:lnTo>
                    <a:pt x="1131303" y="1857451"/>
                  </a:lnTo>
                  <a:lnTo>
                    <a:pt x="1136154" y="1844751"/>
                  </a:lnTo>
                  <a:lnTo>
                    <a:pt x="1137323" y="1844751"/>
                  </a:lnTo>
                  <a:lnTo>
                    <a:pt x="1134541" y="1832051"/>
                  </a:lnTo>
                  <a:lnTo>
                    <a:pt x="1127760" y="1832051"/>
                  </a:lnTo>
                  <a:lnTo>
                    <a:pt x="1116965" y="1819351"/>
                  </a:lnTo>
                  <a:lnTo>
                    <a:pt x="1103884" y="1806651"/>
                  </a:lnTo>
                  <a:lnTo>
                    <a:pt x="1090460" y="1806651"/>
                  </a:lnTo>
                  <a:lnTo>
                    <a:pt x="1076960" y="1793951"/>
                  </a:lnTo>
                  <a:lnTo>
                    <a:pt x="1063663" y="1781251"/>
                  </a:lnTo>
                  <a:lnTo>
                    <a:pt x="1053617" y="1781251"/>
                  </a:lnTo>
                  <a:lnTo>
                    <a:pt x="1019949" y="1755851"/>
                  </a:lnTo>
                  <a:lnTo>
                    <a:pt x="995641" y="1730451"/>
                  </a:lnTo>
                  <a:lnTo>
                    <a:pt x="970965" y="1705051"/>
                  </a:lnTo>
                  <a:lnTo>
                    <a:pt x="951826" y="1679651"/>
                  </a:lnTo>
                  <a:lnTo>
                    <a:pt x="944130" y="1666951"/>
                  </a:lnTo>
                  <a:lnTo>
                    <a:pt x="954493" y="1679651"/>
                  </a:lnTo>
                  <a:lnTo>
                    <a:pt x="1028992" y="1679651"/>
                  </a:lnTo>
                  <a:lnTo>
                    <a:pt x="1032675" y="1666951"/>
                  </a:lnTo>
                  <a:lnTo>
                    <a:pt x="1035342" y="1654251"/>
                  </a:lnTo>
                  <a:lnTo>
                    <a:pt x="1032649" y="1654251"/>
                  </a:lnTo>
                  <a:lnTo>
                    <a:pt x="1020940" y="1641551"/>
                  </a:lnTo>
                  <a:lnTo>
                    <a:pt x="1004150" y="1628851"/>
                  </a:lnTo>
                  <a:lnTo>
                    <a:pt x="986231" y="1616151"/>
                  </a:lnTo>
                  <a:lnTo>
                    <a:pt x="972781" y="1603451"/>
                  </a:lnTo>
                  <a:lnTo>
                    <a:pt x="964844" y="1590751"/>
                  </a:lnTo>
                  <a:lnTo>
                    <a:pt x="959472" y="1578051"/>
                  </a:lnTo>
                  <a:lnTo>
                    <a:pt x="953731" y="1565351"/>
                  </a:lnTo>
                  <a:lnTo>
                    <a:pt x="944473" y="1552651"/>
                  </a:lnTo>
                  <a:lnTo>
                    <a:pt x="931735" y="1539951"/>
                  </a:lnTo>
                  <a:lnTo>
                    <a:pt x="902893" y="1514551"/>
                  </a:lnTo>
                  <a:lnTo>
                    <a:pt x="945553" y="1514551"/>
                  </a:lnTo>
                  <a:lnTo>
                    <a:pt x="952881" y="1501851"/>
                  </a:lnTo>
                  <a:lnTo>
                    <a:pt x="951509" y="1489151"/>
                  </a:lnTo>
                  <a:lnTo>
                    <a:pt x="939546" y="1463751"/>
                  </a:lnTo>
                  <a:lnTo>
                    <a:pt x="918210" y="1438351"/>
                  </a:lnTo>
                  <a:lnTo>
                    <a:pt x="888746" y="1412951"/>
                  </a:lnTo>
                  <a:lnTo>
                    <a:pt x="923886" y="1412951"/>
                  </a:lnTo>
                  <a:lnTo>
                    <a:pt x="927036" y="1400251"/>
                  </a:lnTo>
                  <a:lnTo>
                    <a:pt x="914146" y="1374851"/>
                  </a:lnTo>
                  <a:lnTo>
                    <a:pt x="859688" y="1349451"/>
                  </a:lnTo>
                  <a:lnTo>
                    <a:pt x="845413" y="1324051"/>
                  </a:lnTo>
                  <a:lnTo>
                    <a:pt x="841222" y="1311351"/>
                  </a:lnTo>
                  <a:lnTo>
                    <a:pt x="835723" y="1298651"/>
                  </a:lnTo>
                  <a:lnTo>
                    <a:pt x="830072" y="1285951"/>
                  </a:lnTo>
                  <a:lnTo>
                    <a:pt x="825461" y="1273251"/>
                  </a:lnTo>
                  <a:lnTo>
                    <a:pt x="818045" y="1247851"/>
                  </a:lnTo>
                  <a:lnTo>
                    <a:pt x="806551" y="1235151"/>
                  </a:lnTo>
                  <a:lnTo>
                    <a:pt x="795985" y="1209751"/>
                  </a:lnTo>
                  <a:lnTo>
                    <a:pt x="791349" y="1184351"/>
                  </a:lnTo>
                  <a:lnTo>
                    <a:pt x="788809" y="1146251"/>
                  </a:lnTo>
                  <a:lnTo>
                    <a:pt x="782320" y="1120851"/>
                  </a:lnTo>
                  <a:lnTo>
                    <a:pt x="773557" y="1095451"/>
                  </a:lnTo>
                  <a:lnTo>
                    <a:pt x="764171" y="1082751"/>
                  </a:lnTo>
                  <a:lnTo>
                    <a:pt x="754799" y="1095451"/>
                  </a:lnTo>
                  <a:lnTo>
                    <a:pt x="746036" y="1120851"/>
                  </a:lnTo>
                  <a:lnTo>
                    <a:pt x="739533" y="1146251"/>
                  </a:lnTo>
                  <a:lnTo>
                    <a:pt x="737006" y="1184351"/>
                  </a:lnTo>
                  <a:lnTo>
                    <a:pt x="732370" y="1209751"/>
                  </a:lnTo>
                  <a:lnTo>
                    <a:pt x="721804" y="1235151"/>
                  </a:lnTo>
                  <a:lnTo>
                    <a:pt x="710311" y="1247851"/>
                  </a:lnTo>
                  <a:lnTo>
                    <a:pt x="702894" y="1273251"/>
                  </a:lnTo>
                  <a:lnTo>
                    <a:pt x="698284" y="1285951"/>
                  </a:lnTo>
                  <a:lnTo>
                    <a:pt x="692632" y="1298651"/>
                  </a:lnTo>
                  <a:lnTo>
                    <a:pt x="687133" y="1311351"/>
                  </a:lnTo>
                  <a:lnTo>
                    <a:pt x="682942" y="1324051"/>
                  </a:lnTo>
                  <a:lnTo>
                    <a:pt x="668667" y="1349451"/>
                  </a:lnTo>
                  <a:lnTo>
                    <a:pt x="614210" y="1374851"/>
                  </a:lnTo>
                  <a:lnTo>
                    <a:pt x="601319" y="1400251"/>
                  </a:lnTo>
                  <a:lnTo>
                    <a:pt x="604469" y="1412951"/>
                  </a:lnTo>
                  <a:lnTo>
                    <a:pt x="639610" y="1412951"/>
                  </a:lnTo>
                  <a:lnTo>
                    <a:pt x="610133" y="1438351"/>
                  </a:lnTo>
                  <a:lnTo>
                    <a:pt x="588810" y="1463751"/>
                  </a:lnTo>
                  <a:lnTo>
                    <a:pt x="576846" y="1489151"/>
                  </a:lnTo>
                  <a:lnTo>
                    <a:pt x="575475" y="1501851"/>
                  </a:lnTo>
                  <a:lnTo>
                    <a:pt x="582803" y="1514551"/>
                  </a:lnTo>
                  <a:lnTo>
                    <a:pt x="625462" y="1514551"/>
                  </a:lnTo>
                  <a:lnTo>
                    <a:pt x="596620" y="1539951"/>
                  </a:lnTo>
                  <a:lnTo>
                    <a:pt x="583882" y="1552651"/>
                  </a:lnTo>
                  <a:lnTo>
                    <a:pt x="574624" y="1565351"/>
                  </a:lnTo>
                  <a:lnTo>
                    <a:pt x="568883" y="1578051"/>
                  </a:lnTo>
                  <a:lnTo>
                    <a:pt x="563511" y="1590751"/>
                  </a:lnTo>
                  <a:lnTo>
                    <a:pt x="555574" y="1603451"/>
                  </a:lnTo>
                  <a:lnTo>
                    <a:pt x="542124" y="1616151"/>
                  </a:lnTo>
                  <a:lnTo>
                    <a:pt x="524205" y="1628851"/>
                  </a:lnTo>
                  <a:lnTo>
                    <a:pt x="507415" y="1641551"/>
                  </a:lnTo>
                  <a:lnTo>
                    <a:pt x="495693" y="1654251"/>
                  </a:lnTo>
                  <a:lnTo>
                    <a:pt x="493014" y="1654251"/>
                  </a:lnTo>
                  <a:lnTo>
                    <a:pt x="495681" y="1666951"/>
                  </a:lnTo>
                  <a:lnTo>
                    <a:pt x="499364" y="1679651"/>
                  </a:lnTo>
                  <a:lnTo>
                    <a:pt x="573862" y="1679651"/>
                  </a:lnTo>
                  <a:lnTo>
                    <a:pt x="584225" y="1666951"/>
                  </a:lnTo>
                  <a:lnTo>
                    <a:pt x="576529" y="1679651"/>
                  </a:lnTo>
                  <a:lnTo>
                    <a:pt x="557390" y="1705051"/>
                  </a:lnTo>
                  <a:lnTo>
                    <a:pt x="532714" y="1730451"/>
                  </a:lnTo>
                  <a:lnTo>
                    <a:pt x="508406" y="1755851"/>
                  </a:lnTo>
                  <a:lnTo>
                    <a:pt x="474738" y="1781251"/>
                  </a:lnTo>
                  <a:lnTo>
                    <a:pt x="464693" y="1781251"/>
                  </a:lnTo>
                  <a:lnTo>
                    <a:pt x="451396" y="1793951"/>
                  </a:lnTo>
                  <a:lnTo>
                    <a:pt x="437896" y="1806651"/>
                  </a:lnTo>
                  <a:lnTo>
                    <a:pt x="424472" y="1806651"/>
                  </a:lnTo>
                  <a:lnTo>
                    <a:pt x="411391" y="1819351"/>
                  </a:lnTo>
                  <a:lnTo>
                    <a:pt x="400596" y="1832051"/>
                  </a:lnTo>
                  <a:lnTo>
                    <a:pt x="393852" y="1832051"/>
                  </a:lnTo>
                  <a:lnTo>
                    <a:pt x="391071" y="1844751"/>
                  </a:lnTo>
                  <a:lnTo>
                    <a:pt x="392201" y="1844751"/>
                  </a:lnTo>
                  <a:lnTo>
                    <a:pt x="397002" y="1857451"/>
                  </a:lnTo>
                  <a:lnTo>
                    <a:pt x="444538" y="1857451"/>
                  </a:lnTo>
                  <a:lnTo>
                    <a:pt x="439000" y="1870151"/>
                  </a:lnTo>
                  <a:lnTo>
                    <a:pt x="429641" y="1882851"/>
                  </a:lnTo>
                  <a:lnTo>
                    <a:pt x="416331" y="1882851"/>
                  </a:lnTo>
                  <a:lnTo>
                    <a:pt x="402539" y="1895551"/>
                  </a:lnTo>
                  <a:lnTo>
                    <a:pt x="391312" y="1895551"/>
                  </a:lnTo>
                  <a:lnTo>
                    <a:pt x="381876" y="1908251"/>
                  </a:lnTo>
                  <a:lnTo>
                    <a:pt x="373481" y="1920951"/>
                  </a:lnTo>
                  <a:lnTo>
                    <a:pt x="365975" y="1920951"/>
                  </a:lnTo>
                  <a:lnTo>
                    <a:pt x="360349" y="1933651"/>
                  </a:lnTo>
                  <a:lnTo>
                    <a:pt x="357530" y="1933651"/>
                  </a:lnTo>
                  <a:lnTo>
                    <a:pt x="358470" y="1946351"/>
                  </a:lnTo>
                  <a:lnTo>
                    <a:pt x="363385" y="1946351"/>
                  </a:lnTo>
                  <a:lnTo>
                    <a:pt x="372478" y="1959051"/>
                  </a:lnTo>
                  <a:lnTo>
                    <a:pt x="386638" y="1946351"/>
                  </a:lnTo>
                  <a:lnTo>
                    <a:pt x="406730" y="1946351"/>
                  </a:lnTo>
                  <a:lnTo>
                    <a:pt x="425234" y="1933651"/>
                  </a:lnTo>
                  <a:lnTo>
                    <a:pt x="444512" y="1933651"/>
                  </a:lnTo>
                  <a:lnTo>
                    <a:pt x="453009" y="1920951"/>
                  </a:lnTo>
                  <a:lnTo>
                    <a:pt x="484060" y="1920951"/>
                  </a:lnTo>
                  <a:lnTo>
                    <a:pt x="498817" y="1908251"/>
                  </a:lnTo>
                  <a:lnTo>
                    <a:pt x="503542" y="1908251"/>
                  </a:lnTo>
                  <a:lnTo>
                    <a:pt x="499351" y="1920951"/>
                  </a:lnTo>
                  <a:lnTo>
                    <a:pt x="493128" y="1933651"/>
                  </a:lnTo>
                  <a:lnTo>
                    <a:pt x="485495" y="1946351"/>
                  </a:lnTo>
                  <a:lnTo>
                    <a:pt x="468960" y="1946351"/>
                  </a:lnTo>
                  <a:lnTo>
                    <a:pt x="460451" y="1959051"/>
                  </a:lnTo>
                  <a:lnTo>
                    <a:pt x="451777" y="1959051"/>
                  </a:lnTo>
                  <a:lnTo>
                    <a:pt x="442137" y="1971751"/>
                  </a:lnTo>
                  <a:lnTo>
                    <a:pt x="431266" y="1984451"/>
                  </a:lnTo>
                  <a:lnTo>
                    <a:pt x="419950" y="1984451"/>
                  </a:lnTo>
                  <a:lnTo>
                    <a:pt x="408914" y="1997151"/>
                  </a:lnTo>
                  <a:lnTo>
                    <a:pt x="397713" y="2009851"/>
                  </a:lnTo>
                  <a:lnTo>
                    <a:pt x="385775" y="2022551"/>
                  </a:lnTo>
                  <a:lnTo>
                    <a:pt x="352755" y="2022551"/>
                  </a:lnTo>
                  <a:lnTo>
                    <a:pt x="346938" y="2035251"/>
                  </a:lnTo>
                  <a:lnTo>
                    <a:pt x="345986" y="2047951"/>
                  </a:lnTo>
                  <a:lnTo>
                    <a:pt x="351053" y="2060651"/>
                  </a:lnTo>
                  <a:lnTo>
                    <a:pt x="420611" y="2060651"/>
                  </a:lnTo>
                  <a:lnTo>
                    <a:pt x="418134" y="2073351"/>
                  </a:lnTo>
                  <a:lnTo>
                    <a:pt x="429729" y="2086051"/>
                  </a:lnTo>
                  <a:lnTo>
                    <a:pt x="420992" y="2098751"/>
                  </a:lnTo>
                  <a:lnTo>
                    <a:pt x="412572" y="2111451"/>
                  </a:lnTo>
                  <a:lnTo>
                    <a:pt x="403987" y="2124151"/>
                  </a:lnTo>
                  <a:lnTo>
                    <a:pt x="385635" y="2124151"/>
                  </a:lnTo>
                  <a:lnTo>
                    <a:pt x="377367" y="2136851"/>
                  </a:lnTo>
                  <a:lnTo>
                    <a:pt x="369582" y="2136851"/>
                  </a:lnTo>
                  <a:lnTo>
                    <a:pt x="361886" y="2149551"/>
                  </a:lnTo>
                  <a:lnTo>
                    <a:pt x="354926" y="2162251"/>
                  </a:lnTo>
                  <a:lnTo>
                    <a:pt x="334429" y="2162251"/>
                  </a:lnTo>
                  <a:lnTo>
                    <a:pt x="327901" y="2174951"/>
                  </a:lnTo>
                  <a:lnTo>
                    <a:pt x="310299" y="2174951"/>
                  </a:lnTo>
                  <a:lnTo>
                    <a:pt x="299961" y="2187651"/>
                  </a:lnTo>
                  <a:lnTo>
                    <a:pt x="289877" y="2187651"/>
                  </a:lnTo>
                  <a:lnTo>
                    <a:pt x="288632" y="2200351"/>
                  </a:lnTo>
                  <a:lnTo>
                    <a:pt x="288163" y="2213051"/>
                  </a:lnTo>
                  <a:lnTo>
                    <a:pt x="294424" y="2225751"/>
                  </a:lnTo>
                  <a:lnTo>
                    <a:pt x="370255" y="2225751"/>
                  </a:lnTo>
                  <a:lnTo>
                    <a:pt x="369252" y="2238451"/>
                  </a:lnTo>
                  <a:lnTo>
                    <a:pt x="365455" y="2238451"/>
                  </a:lnTo>
                  <a:lnTo>
                    <a:pt x="357581" y="2263851"/>
                  </a:lnTo>
                  <a:lnTo>
                    <a:pt x="344411" y="2276551"/>
                  </a:lnTo>
                  <a:lnTo>
                    <a:pt x="329133" y="2276551"/>
                  </a:lnTo>
                  <a:lnTo>
                    <a:pt x="316331" y="2289251"/>
                  </a:lnTo>
                  <a:lnTo>
                    <a:pt x="301078" y="2289251"/>
                  </a:lnTo>
                  <a:lnTo>
                    <a:pt x="296265" y="2301951"/>
                  </a:lnTo>
                  <a:lnTo>
                    <a:pt x="281508" y="2301951"/>
                  </a:lnTo>
                  <a:lnTo>
                    <a:pt x="281470" y="2314651"/>
                  </a:lnTo>
                  <a:lnTo>
                    <a:pt x="283679" y="2327351"/>
                  </a:lnTo>
                  <a:lnTo>
                    <a:pt x="305257" y="2327351"/>
                  </a:lnTo>
                  <a:lnTo>
                    <a:pt x="312724" y="2340051"/>
                  </a:lnTo>
                  <a:lnTo>
                    <a:pt x="330250" y="2340051"/>
                  </a:lnTo>
                  <a:lnTo>
                    <a:pt x="344385" y="2327351"/>
                  </a:lnTo>
                  <a:lnTo>
                    <a:pt x="362064" y="2327351"/>
                  </a:lnTo>
                  <a:lnTo>
                    <a:pt x="377164" y="2314651"/>
                  </a:lnTo>
                  <a:lnTo>
                    <a:pt x="380530" y="2314651"/>
                  </a:lnTo>
                  <a:lnTo>
                    <a:pt x="372046" y="2327351"/>
                  </a:lnTo>
                  <a:lnTo>
                    <a:pt x="358978" y="2340051"/>
                  </a:lnTo>
                  <a:lnTo>
                    <a:pt x="342226" y="2352751"/>
                  </a:lnTo>
                  <a:lnTo>
                    <a:pt x="325031" y="2352751"/>
                  </a:lnTo>
                  <a:lnTo>
                    <a:pt x="310781" y="2365451"/>
                  </a:lnTo>
                  <a:lnTo>
                    <a:pt x="300469" y="2378151"/>
                  </a:lnTo>
                  <a:lnTo>
                    <a:pt x="295097" y="2390851"/>
                  </a:lnTo>
                  <a:lnTo>
                    <a:pt x="289458" y="2390851"/>
                  </a:lnTo>
                  <a:lnTo>
                    <a:pt x="279920" y="2403551"/>
                  </a:lnTo>
                  <a:lnTo>
                    <a:pt x="269836" y="2403551"/>
                  </a:lnTo>
                  <a:lnTo>
                    <a:pt x="262597" y="2416251"/>
                  </a:lnTo>
                  <a:lnTo>
                    <a:pt x="251637" y="2428951"/>
                  </a:lnTo>
                  <a:lnTo>
                    <a:pt x="234670" y="2428951"/>
                  </a:lnTo>
                  <a:lnTo>
                    <a:pt x="230771" y="2441651"/>
                  </a:lnTo>
                  <a:lnTo>
                    <a:pt x="214744" y="2441651"/>
                  </a:lnTo>
                  <a:lnTo>
                    <a:pt x="212636" y="2454351"/>
                  </a:lnTo>
                  <a:lnTo>
                    <a:pt x="215760" y="2467051"/>
                  </a:lnTo>
                  <a:lnTo>
                    <a:pt x="224066" y="2467051"/>
                  </a:lnTo>
                  <a:lnTo>
                    <a:pt x="236524" y="2479751"/>
                  </a:lnTo>
                  <a:lnTo>
                    <a:pt x="271627" y="2479751"/>
                  </a:lnTo>
                  <a:lnTo>
                    <a:pt x="292608" y="2467051"/>
                  </a:lnTo>
                  <a:lnTo>
                    <a:pt x="312267" y="2467051"/>
                  </a:lnTo>
                  <a:lnTo>
                    <a:pt x="326834" y="2454351"/>
                  </a:lnTo>
                  <a:lnTo>
                    <a:pt x="393433" y="2454351"/>
                  </a:lnTo>
                  <a:lnTo>
                    <a:pt x="378574" y="2467051"/>
                  </a:lnTo>
                  <a:lnTo>
                    <a:pt x="362737" y="2479751"/>
                  </a:lnTo>
                  <a:lnTo>
                    <a:pt x="346951" y="2479751"/>
                  </a:lnTo>
                  <a:lnTo>
                    <a:pt x="332244" y="2492451"/>
                  </a:lnTo>
                  <a:lnTo>
                    <a:pt x="320751" y="2517851"/>
                  </a:lnTo>
                  <a:lnTo>
                    <a:pt x="313461" y="2543251"/>
                  </a:lnTo>
                  <a:lnTo>
                    <a:pt x="309613" y="2555951"/>
                  </a:lnTo>
                  <a:lnTo>
                    <a:pt x="308495" y="2555951"/>
                  </a:lnTo>
                  <a:lnTo>
                    <a:pt x="302412" y="2568651"/>
                  </a:lnTo>
                  <a:lnTo>
                    <a:pt x="287896" y="2581351"/>
                  </a:lnTo>
                  <a:lnTo>
                    <a:pt x="270573" y="2594051"/>
                  </a:lnTo>
                  <a:lnTo>
                    <a:pt x="256044" y="2606751"/>
                  </a:lnTo>
                  <a:lnTo>
                    <a:pt x="241541" y="2606751"/>
                  </a:lnTo>
                  <a:lnTo>
                    <a:pt x="229628" y="2619451"/>
                  </a:lnTo>
                  <a:lnTo>
                    <a:pt x="204825" y="2619451"/>
                  </a:lnTo>
                  <a:lnTo>
                    <a:pt x="196037" y="2632151"/>
                  </a:lnTo>
                  <a:lnTo>
                    <a:pt x="185445" y="2632151"/>
                  </a:lnTo>
                  <a:lnTo>
                    <a:pt x="187744" y="2644851"/>
                  </a:lnTo>
                  <a:lnTo>
                    <a:pt x="196507" y="2657551"/>
                  </a:lnTo>
                  <a:lnTo>
                    <a:pt x="213017" y="2670251"/>
                  </a:lnTo>
                  <a:lnTo>
                    <a:pt x="252145" y="2670251"/>
                  </a:lnTo>
                  <a:lnTo>
                    <a:pt x="263766" y="2682951"/>
                  </a:lnTo>
                  <a:lnTo>
                    <a:pt x="274561" y="2670251"/>
                  </a:lnTo>
                  <a:lnTo>
                    <a:pt x="285686" y="2670251"/>
                  </a:lnTo>
                  <a:lnTo>
                    <a:pt x="300507" y="2657551"/>
                  </a:lnTo>
                  <a:lnTo>
                    <a:pt x="375005" y="2657551"/>
                  </a:lnTo>
                  <a:lnTo>
                    <a:pt x="344500" y="2670251"/>
                  </a:lnTo>
                  <a:lnTo>
                    <a:pt x="314325" y="2695651"/>
                  </a:lnTo>
                  <a:lnTo>
                    <a:pt x="285203" y="2721051"/>
                  </a:lnTo>
                  <a:lnTo>
                    <a:pt x="257848" y="2733751"/>
                  </a:lnTo>
                  <a:lnTo>
                    <a:pt x="231241" y="2759151"/>
                  </a:lnTo>
                  <a:lnTo>
                    <a:pt x="205219" y="2771851"/>
                  </a:lnTo>
                  <a:lnTo>
                    <a:pt x="181787" y="2784551"/>
                  </a:lnTo>
                  <a:lnTo>
                    <a:pt x="162928" y="2784551"/>
                  </a:lnTo>
                  <a:lnTo>
                    <a:pt x="152908" y="2797251"/>
                  </a:lnTo>
                  <a:lnTo>
                    <a:pt x="153517" y="2809951"/>
                  </a:lnTo>
                  <a:lnTo>
                    <a:pt x="163118" y="2822651"/>
                  </a:lnTo>
                  <a:lnTo>
                    <a:pt x="199110" y="2822651"/>
                  </a:lnTo>
                  <a:lnTo>
                    <a:pt x="215036" y="2835351"/>
                  </a:lnTo>
                  <a:lnTo>
                    <a:pt x="226733" y="2835351"/>
                  </a:lnTo>
                  <a:lnTo>
                    <a:pt x="216471" y="2848051"/>
                  </a:lnTo>
                  <a:lnTo>
                    <a:pt x="198577" y="2860751"/>
                  </a:lnTo>
                  <a:lnTo>
                    <a:pt x="172427" y="2873451"/>
                  </a:lnTo>
                  <a:lnTo>
                    <a:pt x="143929" y="2898851"/>
                  </a:lnTo>
                  <a:lnTo>
                    <a:pt x="118821" y="2911551"/>
                  </a:lnTo>
                  <a:lnTo>
                    <a:pt x="61214" y="2911551"/>
                  </a:lnTo>
                  <a:lnTo>
                    <a:pt x="57505" y="2924251"/>
                  </a:lnTo>
                  <a:lnTo>
                    <a:pt x="60998" y="2936951"/>
                  </a:lnTo>
                  <a:lnTo>
                    <a:pt x="68491" y="2936951"/>
                  </a:lnTo>
                  <a:lnTo>
                    <a:pt x="77609" y="2949651"/>
                  </a:lnTo>
                  <a:lnTo>
                    <a:pt x="95999" y="2949651"/>
                  </a:lnTo>
                  <a:lnTo>
                    <a:pt x="102501" y="2962351"/>
                  </a:lnTo>
                  <a:lnTo>
                    <a:pt x="113423" y="2962351"/>
                  </a:lnTo>
                  <a:lnTo>
                    <a:pt x="122783" y="2975051"/>
                  </a:lnTo>
                  <a:lnTo>
                    <a:pt x="137464" y="2975051"/>
                  </a:lnTo>
                  <a:lnTo>
                    <a:pt x="155854" y="2962351"/>
                  </a:lnTo>
                  <a:lnTo>
                    <a:pt x="173799" y="2962351"/>
                  </a:lnTo>
                  <a:lnTo>
                    <a:pt x="189585" y="2949651"/>
                  </a:lnTo>
                  <a:lnTo>
                    <a:pt x="207200" y="2949651"/>
                  </a:lnTo>
                  <a:lnTo>
                    <a:pt x="207200" y="2962351"/>
                  </a:lnTo>
                  <a:lnTo>
                    <a:pt x="211480" y="2962351"/>
                  </a:lnTo>
                  <a:lnTo>
                    <a:pt x="220878" y="2975051"/>
                  </a:lnTo>
                  <a:lnTo>
                    <a:pt x="233464" y="2975051"/>
                  </a:lnTo>
                  <a:lnTo>
                    <a:pt x="249732" y="2962351"/>
                  </a:lnTo>
                  <a:lnTo>
                    <a:pt x="270205" y="2962351"/>
                  </a:lnTo>
                  <a:lnTo>
                    <a:pt x="289864" y="2949651"/>
                  </a:lnTo>
                  <a:lnTo>
                    <a:pt x="303568" y="2936951"/>
                  </a:lnTo>
                  <a:lnTo>
                    <a:pt x="314198" y="2936951"/>
                  </a:lnTo>
                  <a:lnTo>
                    <a:pt x="309270" y="2949651"/>
                  </a:lnTo>
                  <a:lnTo>
                    <a:pt x="293903" y="2975051"/>
                  </a:lnTo>
                  <a:lnTo>
                    <a:pt x="267208" y="3000451"/>
                  </a:lnTo>
                  <a:lnTo>
                    <a:pt x="189204" y="3051251"/>
                  </a:lnTo>
                  <a:lnTo>
                    <a:pt x="143395" y="3051251"/>
                  </a:lnTo>
                  <a:lnTo>
                    <a:pt x="133375" y="3063951"/>
                  </a:lnTo>
                  <a:lnTo>
                    <a:pt x="129489" y="3076651"/>
                  </a:lnTo>
                  <a:lnTo>
                    <a:pt x="131114" y="3089351"/>
                  </a:lnTo>
                  <a:lnTo>
                    <a:pt x="106603" y="3089351"/>
                  </a:lnTo>
                  <a:lnTo>
                    <a:pt x="74701" y="3102051"/>
                  </a:lnTo>
                  <a:lnTo>
                    <a:pt x="0" y="3102051"/>
                  </a:lnTo>
                  <a:lnTo>
                    <a:pt x="622" y="3114751"/>
                  </a:lnTo>
                  <a:lnTo>
                    <a:pt x="15455" y="3127451"/>
                  </a:lnTo>
                  <a:lnTo>
                    <a:pt x="28003" y="3140151"/>
                  </a:lnTo>
                  <a:lnTo>
                    <a:pt x="39420" y="3140151"/>
                  </a:lnTo>
                  <a:lnTo>
                    <a:pt x="58483" y="3152851"/>
                  </a:lnTo>
                  <a:lnTo>
                    <a:pt x="80225" y="3165551"/>
                  </a:lnTo>
                  <a:lnTo>
                    <a:pt x="121221" y="3165551"/>
                  </a:lnTo>
                  <a:lnTo>
                    <a:pt x="147091" y="3178251"/>
                  </a:lnTo>
                  <a:lnTo>
                    <a:pt x="172554" y="3178251"/>
                  </a:lnTo>
                  <a:lnTo>
                    <a:pt x="161074" y="3190951"/>
                  </a:lnTo>
                  <a:lnTo>
                    <a:pt x="150520" y="3216351"/>
                  </a:lnTo>
                  <a:lnTo>
                    <a:pt x="147916" y="3229051"/>
                  </a:lnTo>
                  <a:lnTo>
                    <a:pt x="263055" y="3229051"/>
                  </a:lnTo>
                  <a:lnTo>
                    <a:pt x="323075" y="3203651"/>
                  </a:lnTo>
                  <a:lnTo>
                    <a:pt x="351434" y="3190951"/>
                  </a:lnTo>
                  <a:lnTo>
                    <a:pt x="333311" y="3203651"/>
                  </a:lnTo>
                  <a:lnTo>
                    <a:pt x="323634" y="3216351"/>
                  </a:lnTo>
                  <a:lnTo>
                    <a:pt x="321919" y="3229051"/>
                  </a:lnTo>
                  <a:lnTo>
                    <a:pt x="327685" y="3241751"/>
                  </a:lnTo>
                  <a:lnTo>
                    <a:pt x="422706" y="3241751"/>
                  </a:lnTo>
                  <a:lnTo>
                    <a:pt x="462127" y="3229051"/>
                  </a:lnTo>
                  <a:lnTo>
                    <a:pt x="450977" y="3241751"/>
                  </a:lnTo>
                  <a:lnTo>
                    <a:pt x="447294" y="3254451"/>
                  </a:lnTo>
                  <a:lnTo>
                    <a:pt x="449795" y="3267151"/>
                  </a:lnTo>
                  <a:lnTo>
                    <a:pt x="457187" y="3267151"/>
                  </a:lnTo>
                  <a:lnTo>
                    <a:pt x="480822" y="3279851"/>
                  </a:lnTo>
                  <a:lnTo>
                    <a:pt x="520611" y="3279851"/>
                  </a:lnTo>
                  <a:lnTo>
                    <a:pt x="558038" y="3267151"/>
                  </a:lnTo>
                  <a:lnTo>
                    <a:pt x="574624" y="3267151"/>
                  </a:lnTo>
                  <a:lnTo>
                    <a:pt x="572935" y="3279851"/>
                  </a:lnTo>
                  <a:lnTo>
                    <a:pt x="569874" y="3279851"/>
                  </a:lnTo>
                  <a:lnTo>
                    <a:pt x="568452" y="3292551"/>
                  </a:lnTo>
                  <a:lnTo>
                    <a:pt x="630389" y="3292551"/>
                  </a:lnTo>
                  <a:lnTo>
                    <a:pt x="670750" y="3279851"/>
                  </a:lnTo>
                  <a:lnTo>
                    <a:pt x="697852" y="3267151"/>
                  </a:lnTo>
                  <a:lnTo>
                    <a:pt x="692912" y="3394151"/>
                  </a:lnTo>
                  <a:lnTo>
                    <a:pt x="131787" y="3394151"/>
                  </a:lnTo>
                  <a:lnTo>
                    <a:pt x="99263" y="3406851"/>
                  </a:lnTo>
                  <a:lnTo>
                    <a:pt x="76263" y="3419551"/>
                  </a:lnTo>
                  <a:lnTo>
                    <a:pt x="1124699" y="3419551"/>
                  </a:lnTo>
                  <a:lnTo>
                    <a:pt x="3167138" y="3419576"/>
                  </a:lnTo>
                  <a:lnTo>
                    <a:pt x="3154349" y="3412121"/>
                  </a:lnTo>
                  <a:lnTo>
                    <a:pt x="3072930" y="3378924"/>
                  </a:lnTo>
                  <a:lnTo>
                    <a:pt x="3018244" y="3370732"/>
                  </a:lnTo>
                  <a:lnTo>
                    <a:pt x="2866847" y="3369322"/>
                  </a:lnTo>
                  <a:lnTo>
                    <a:pt x="2250503" y="3365296"/>
                  </a:lnTo>
                  <a:lnTo>
                    <a:pt x="2243163" y="3192107"/>
                  </a:lnTo>
                  <a:lnTo>
                    <a:pt x="2282875" y="3209290"/>
                  </a:lnTo>
                  <a:lnTo>
                    <a:pt x="2342045" y="3222587"/>
                  </a:lnTo>
                  <a:lnTo>
                    <a:pt x="2398001" y="3229483"/>
                  </a:lnTo>
                  <a:lnTo>
                    <a:pt x="2428075" y="3227438"/>
                  </a:lnTo>
                  <a:lnTo>
                    <a:pt x="2432786" y="3218256"/>
                  </a:lnTo>
                  <a:lnTo>
                    <a:pt x="2430716" y="3207613"/>
                  </a:lnTo>
                  <a:lnTo>
                    <a:pt x="2426246" y="3198825"/>
                  </a:lnTo>
                  <a:lnTo>
                    <a:pt x="2423782" y="3195155"/>
                  </a:lnTo>
                  <a:lnTo>
                    <a:pt x="2448102" y="3196869"/>
                  </a:lnTo>
                  <a:lnTo>
                    <a:pt x="2502966" y="3199727"/>
                  </a:lnTo>
                  <a:lnTo>
                    <a:pt x="2561272" y="3200298"/>
                  </a:lnTo>
                  <a:lnTo>
                    <a:pt x="2595930" y="3195155"/>
                  </a:lnTo>
                  <a:lnTo>
                    <a:pt x="2606751" y="3185401"/>
                  </a:lnTo>
                  <a:lnTo>
                    <a:pt x="2610370" y="3172904"/>
                  </a:lnTo>
                  <a:lnTo>
                    <a:pt x="2604947" y="3155365"/>
                  </a:lnTo>
                  <a:lnTo>
                    <a:pt x="2588590" y="3130499"/>
                  </a:lnTo>
                  <a:lnTo>
                    <a:pt x="2646438" y="3143605"/>
                  </a:lnTo>
                  <a:lnTo>
                    <a:pt x="2706611" y="3150768"/>
                  </a:lnTo>
                  <a:lnTo>
                    <a:pt x="2757055" y="3151784"/>
                  </a:lnTo>
                  <a:lnTo>
                    <a:pt x="2785694" y="3146412"/>
                  </a:lnTo>
                  <a:lnTo>
                    <a:pt x="2794152" y="3135896"/>
                  </a:lnTo>
                  <a:lnTo>
                    <a:pt x="2791637" y="3121139"/>
                  </a:lnTo>
                  <a:lnTo>
                    <a:pt x="2777464" y="3101327"/>
                  </a:lnTo>
                  <a:lnTo>
                    <a:pt x="2750921" y="3075660"/>
                  </a:lnTo>
                  <a:lnTo>
                    <a:pt x="2792539" y="3101759"/>
                  </a:lnTo>
                  <a:lnTo>
                    <a:pt x="2837002" y="3116211"/>
                  </a:lnTo>
                  <a:lnTo>
                    <a:pt x="2880525" y="3123374"/>
                  </a:lnTo>
                  <a:lnTo>
                    <a:pt x="2919349" y="3127552"/>
                  </a:lnTo>
                  <a:lnTo>
                    <a:pt x="2958452" y="3133052"/>
                  </a:lnTo>
                  <a:lnTo>
                    <a:pt x="2999232" y="3138081"/>
                  </a:lnTo>
                  <a:lnTo>
                    <a:pt x="3032582" y="3137852"/>
                  </a:lnTo>
                  <a:lnTo>
                    <a:pt x="3049397" y="3127552"/>
                  </a:lnTo>
                  <a:lnTo>
                    <a:pt x="3045625" y="3107372"/>
                  </a:lnTo>
                  <a:lnTo>
                    <a:pt x="3030182" y="3084957"/>
                  </a:lnTo>
                  <a:lnTo>
                    <a:pt x="3013367" y="3066783"/>
                  </a:lnTo>
                  <a:lnTo>
                    <a:pt x="3005467" y="3059290"/>
                  </a:lnTo>
                  <a:lnTo>
                    <a:pt x="3088627" y="3045383"/>
                  </a:lnTo>
                  <a:lnTo>
                    <a:pt x="3148571" y="3032569"/>
                  </a:lnTo>
                  <a:lnTo>
                    <a:pt x="3208388" y="3005417"/>
                  </a:lnTo>
                  <a:lnTo>
                    <a:pt x="3243567" y="2980080"/>
                  </a:lnTo>
                  <a:lnTo>
                    <a:pt x="3265284" y="2959150"/>
                  </a:lnTo>
                  <a:lnTo>
                    <a:pt x="3266173" y="2941891"/>
                  </a:lnTo>
                  <a:close/>
                </a:path>
              </a:pathLst>
            </a:custGeom>
            <a:solidFill>
              <a:srgbClr val="000000">
                <a:alpha val="6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430349" y="7475385"/>
              <a:ext cx="2854664" cy="276198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93" y="9834186"/>
              <a:ext cx="18284190" cy="403860"/>
            </a:xfrm>
            <a:custGeom>
              <a:avLst/>
              <a:gdLst/>
              <a:ahLst/>
              <a:cxnLst/>
              <a:rect l="l" t="t" r="r" b="b"/>
              <a:pathLst>
                <a:path w="18284190" h="403859">
                  <a:moveTo>
                    <a:pt x="18283805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3805" y="0"/>
                  </a:lnTo>
                  <a:lnTo>
                    <a:pt x="18283805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921058" y="-38100"/>
            <a:ext cx="8557260" cy="1145016"/>
          </a:xfrm>
          <a:prstGeom prst="rect">
            <a:avLst/>
          </a:prstGeom>
        </p:spPr>
        <p:txBody>
          <a:bodyPr vert="horz" wrap="square" lIns="0" tIns="217916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9000" spc="-3929" baseline="-6018" dirty="0"/>
              <a:t>T</a:t>
            </a:r>
            <a:r>
              <a:rPr lang="en-IN" sz="6000" spc="325" dirty="0">
                <a:solidFill>
                  <a:srgbClr val="FF0000"/>
                </a:solidFill>
              </a:rPr>
              <a:t>T</a:t>
            </a:r>
            <a:r>
              <a:rPr lang="en-IN" sz="9000" spc="-3900" baseline="-6018" dirty="0"/>
              <a:t>E</a:t>
            </a:r>
            <a:r>
              <a:rPr lang="en-IN" sz="6000" spc="325" dirty="0">
                <a:solidFill>
                  <a:srgbClr val="FF0000"/>
                </a:solidFill>
              </a:rPr>
              <a:t>E</a:t>
            </a:r>
            <a:r>
              <a:rPr lang="en-IN" sz="9000" spc="-4320" baseline="-6018" dirty="0"/>
              <a:t>C</a:t>
            </a:r>
            <a:r>
              <a:rPr lang="en-IN" sz="6000" spc="325" dirty="0">
                <a:solidFill>
                  <a:srgbClr val="FF0000"/>
                </a:solidFill>
              </a:rPr>
              <a:t>C</a:t>
            </a:r>
            <a:r>
              <a:rPr lang="en-IN" sz="9000" spc="-5145" baseline="-6018" dirty="0"/>
              <a:t>H</a:t>
            </a:r>
            <a:r>
              <a:rPr lang="en-IN" sz="6000" spc="325" dirty="0">
                <a:solidFill>
                  <a:srgbClr val="FF0000"/>
                </a:solidFill>
              </a:rPr>
              <a:t>H</a:t>
            </a:r>
            <a:r>
              <a:rPr lang="en-IN" sz="9000" spc="-5340" baseline="-6018" dirty="0"/>
              <a:t>N</a:t>
            </a:r>
            <a:r>
              <a:rPr lang="en-IN" sz="6000" spc="325" dirty="0">
                <a:solidFill>
                  <a:srgbClr val="FF0000"/>
                </a:solidFill>
              </a:rPr>
              <a:t>N</a:t>
            </a:r>
            <a:r>
              <a:rPr lang="en-IN" sz="9000" spc="-1792" baseline="-6018" dirty="0"/>
              <a:t>I</a:t>
            </a:r>
            <a:r>
              <a:rPr lang="en-IN" sz="6000" spc="325" dirty="0">
                <a:solidFill>
                  <a:srgbClr val="FF0000"/>
                </a:solidFill>
              </a:rPr>
              <a:t>I</a:t>
            </a:r>
            <a:r>
              <a:rPr lang="en-IN" sz="9000" spc="-4320" baseline="-6018" dirty="0"/>
              <a:t>C</a:t>
            </a:r>
            <a:r>
              <a:rPr lang="en-IN" sz="6000" spc="405" dirty="0">
                <a:solidFill>
                  <a:srgbClr val="FF0000"/>
                </a:solidFill>
              </a:rPr>
              <a:t>C</a:t>
            </a:r>
            <a:r>
              <a:rPr lang="en-IN" sz="9000" spc="-4762" baseline="-6018" dirty="0"/>
              <a:t>A</a:t>
            </a:r>
            <a:r>
              <a:rPr lang="en-IN" sz="6000" spc="325" dirty="0">
                <a:solidFill>
                  <a:srgbClr val="FF0000"/>
                </a:solidFill>
              </a:rPr>
              <a:t>A</a:t>
            </a:r>
            <a:r>
              <a:rPr lang="en-IN" sz="9000" spc="-3300" baseline="-6018" dirty="0"/>
              <a:t>L</a:t>
            </a:r>
            <a:r>
              <a:rPr lang="en-IN" sz="6000" spc="330" dirty="0">
                <a:solidFill>
                  <a:srgbClr val="FF0000"/>
                </a:solidFill>
              </a:rPr>
              <a:t>L</a:t>
            </a:r>
            <a:r>
              <a:rPr lang="en-IN" sz="6000" spc="600" dirty="0">
                <a:solidFill>
                  <a:srgbClr val="FF0000"/>
                </a:solidFill>
              </a:rPr>
              <a:t> </a:t>
            </a:r>
            <a:r>
              <a:rPr lang="en-IN" sz="9000" spc="-4859" baseline="-6018" dirty="0"/>
              <a:t>A</a:t>
            </a:r>
            <a:r>
              <a:rPr lang="en-IN" sz="6000" spc="260" dirty="0">
                <a:solidFill>
                  <a:srgbClr val="FF0000"/>
                </a:solidFill>
              </a:rPr>
              <a:t>A</a:t>
            </a:r>
            <a:r>
              <a:rPr lang="en-IN" sz="9000" spc="-4275" baseline="-6018" dirty="0"/>
              <a:t>P</a:t>
            </a:r>
            <a:r>
              <a:rPr lang="en-IN" sz="6000" spc="260" dirty="0">
                <a:solidFill>
                  <a:srgbClr val="FF0000"/>
                </a:solidFill>
              </a:rPr>
              <a:t>P</a:t>
            </a:r>
            <a:r>
              <a:rPr lang="en-IN" sz="9000" spc="-4275" baseline="-6018" dirty="0"/>
              <a:t>P</a:t>
            </a:r>
            <a:r>
              <a:rPr lang="en-IN" sz="6000" spc="260" dirty="0">
                <a:solidFill>
                  <a:srgbClr val="FF0000"/>
                </a:solidFill>
              </a:rPr>
              <a:t>P</a:t>
            </a:r>
            <a:r>
              <a:rPr lang="en-IN" sz="9000" spc="-4530" baseline="-6018" dirty="0"/>
              <a:t>R</a:t>
            </a:r>
            <a:r>
              <a:rPr lang="en-IN" sz="6000" spc="235" dirty="0">
                <a:solidFill>
                  <a:srgbClr val="FF0000"/>
                </a:solidFill>
              </a:rPr>
              <a:t>R</a:t>
            </a:r>
            <a:r>
              <a:rPr lang="en-IN" sz="9000" spc="-5602" baseline="-6018" dirty="0"/>
              <a:t>O</a:t>
            </a:r>
            <a:r>
              <a:rPr lang="en-IN" sz="6000" spc="80" dirty="0">
                <a:solidFill>
                  <a:srgbClr val="FF0000"/>
                </a:solidFill>
              </a:rPr>
              <a:t>O</a:t>
            </a:r>
            <a:r>
              <a:rPr lang="en-IN" sz="9000" spc="-4859" baseline="-6018" dirty="0"/>
              <a:t>A</a:t>
            </a:r>
            <a:r>
              <a:rPr lang="en-IN" sz="6000" spc="150" dirty="0">
                <a:solidFill>
                  <a:srgbClr val="FF0000"/>
                </a:solidFill>
              </a:rPr>
              <a:t>A</a:t>
            </a:r>
            <a:r>
              <a:rPr lang="en-IN" sz="9000" spc="-4417" baseline="-6018" dirty="0"/>
              <a:t>C</a:t>
            </a:r>
            <a:r>
              <a:rPr lang="en-IN" sz="6000" spc="260" dirty="0">
                <a:solidFill>
                  <a:srgbClr val="FF0000"/>
                </a:solidFill>
              </a:rPr>
              <a:t>C</a:t>
            </a:r>
            <a:r>
              <a:rPr lang="en-IN" sz="9000" spc="-5242" baseline="-6018" dirty="0"/>
              <a:t>H</a:t>
            </a:r>
            <a:r>
              <a:rPr lang="en-IN" sz="6000" spc="265" dirty="0">
                <a:solidFill>
                  <a:srgbClr val="FF0000"/>
                </a:solidFill>
              </a:rPr>
              <a:t>H</a:t>
            </a:r>
            <a:endParaRPr sz="6000" dirty="0"/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48651" y="-19049"/>
            <a:ext cx="1962149" cy="196214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7294" y="38100"/>
            <a:ext cx="1638299" cy="16001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8611E71-6E56-9F4B-D2CF-0BA330EEDF8A}"/>
              </a:ext>
            </a:extLst>
          </p:cNvPr>
          <p:cNvSpPr txBox="1"/>
          <p:nvPr/>
        </p:nvSpPr>
        <p:spPr>
          <a:xfrm>
            <a:off x="10515600" y="1906131"/>
            <a:ext cx="7467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Outputs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creation &amp; updates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status overview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project data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3CA418-BECC-63CD-7FC2-58FE27162B46}"/>
              </a:ext>
            </a:extLst>
          </p:cNvPr>
          <p:cNvSpPr txBox="1"/>
          <p:nvPr/>
        </p:nvSpPr>
        <p:spPr>
          <a:xfrm>
            <a:off x="10668000" y="4838700"/>
            <a:ext cx="63246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</a:rPr>
              <a:t>Design Focus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Clean separation of: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UI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Logic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Scalable architecture for future features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409816" y="103505"/>
            <a:ext cx="11635105" cy="163195"/>
            <a:chOff x="3409816" y="1028700"/>
            <a:chExt cx="11635105" cy="163195"/>
          </a:xfrm>
        </p:grpSpPr>
        <p:sp>
          <p:nvSpPr>
            <p:cNvPr id="3" name="object 3"/>
            <p:cNvSpPr/>
            <p:nvPr/>
          </p:nvSpPr>
          <p:spPr>
            <a:xfrm>
              <a:off x="3419341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09816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6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6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6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2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2" y="17771"/>
                  </a:lnTo>
                  <a:lnTo>
                    <a:pt x="11615832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2" y="145373"/>
                  </a:lnTo>
                  <a:lnTo>
                    <a:pt x="11615832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2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2" y="17771"/>
                  </a:lnTo>
                  <a:lnTo>
                    <a:pt x="11634882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2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2" y="127601"/>
                  </a:lnTo>
                  <a:lnTo>
                    <a:pt x="11615832" y="145373"/>
                  </a:lnTo>
                  <a:close/>
                </a:path>
                <a:path w="11635105" h="163194">
                  <a:moveTo>
                    <a:pt x="11634882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2" y="127601"/>
                  </a:lnTo>
                  <a:lnTo>
                    <a:pt x="11634882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83327" y="1104900"/>
            <a:ext cx="11688445" cy="164465"/>
            <a:chOff x="3383327" y="2380012"/>
            <a:chExt cx="11688445" cy="164465"/>
          </a:xfrm>
        </p:grpSpPr>
        <p:sp>
          <p:nvSpPr>
            <p:cNvPr id="6" name="object 6"/>
            <p:cNvSpPr/>
            <p:nvPr/>
          </p:nvSpPr>
          <p:spPr>
            <a:xfrm>
              <a:off x="3392895" y="2397864"/>
              <a:ext cx="11668760" cy="128270"/>
            </a:xfrm>
            <a:custGeom>
              <a:avLst/>
              <a:gdLst/>
              <a:ahLst/>
              <a:cxnLst/>
              <a:rect l="l" t="t" r="r" b="b"/>
              <a:pathLst>
                <a:path w="11668760" h="128269">
                  <a:moveTo>
                    <a:pt x="11668724" y="128182"/>
                  </a:moveTo>
                  <a:lnTo>
                    <a:pt x="0" y="128182"/>
                  </a:lnTo>
                  <a:lnTo>
                    <a:pt x="0" y="0"/>
                  </a:lnTo>
                  <a:lnTo>
                    <a:pt x="11668724" y="0"/>
                  </a:lnTo>
                  <a:lnTo>
                    <a:pt x="11668724" y="128182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3327" y="2380012"/>
              <a:ext cx="11688445" cy="164465"/>
            </a:xfrm>
            <a:custGeom>
              <a:avLst/>
              <a:gdLst/>
              <a:ahLst/>
              <a:cxnLst/>
              <a:rect l="l" t="t" r="r" b="b"/>
              <a:pathLst>
                <a:path w="11688444" h="164464">
                  <a:moveTo>
                    <a:pt x="11683555" y="163906"/>
                  </a:moveTo>
                  <a:lnTo>
                    <a:pt x="4305" y="163906"/>
                  </a:lnTo>
                  <a:lnTo>
                    <a:pt x="0" y="155854"/>
                  </a:lnTo>
                  <a:lnTo>
                    <a:pt x="0" y="8033"/>
                  </a:lnTo>
                  <a:lnTo>
                    <a:pt x="4305" y="0"/>
                  </a:lnTo>
                  <a:lnTo>
                    <a:pt x="11683555" y="0"/>
                  </a:lnTo>
                  <a:lnTo>
                    <a:pt x="11687921" y="8033"/>
                  </a:lnTo>
                  <a:lnTo>
                    <a:pt x="11687921" y="17852"/>
                  </a:lnTo>
                  <a:lnTo>
                    <a:pt x="9568" y="17852"/>
                  </a:lnTo>
                  <a:lnTo>
                    <a:pt x="9568" y="35705"/>
                  </a:lnTo>
                  <a:lnTo>
                    <a:pt x="19136" y="35705"/>
                  </a:lnTo>
                  <a:lnTo>
                    <a:pt x="19136" y="128182"/>
                  </a:lnTo>
                  <a:lnTo>
                    <a:pt x="9568" y="128182"/>
                  </a:lnTo>
                  <a:lnTo>
                    <a:pt x="9568" y="146035"/>
                  </a:lnTo>
                  <a:lnTo>
                    <a:pt x="11687921" y="146035"/>
                  </a:lnTo>
                  <a:lnTo>
                    <a:pt x="11687921" y="155854"/>
                  </a:lnTo>
                  <a:lnTo>
                    <a:pt x="11683555" y="163906"/>
                  </a:lnTo>
                  <a:close/>
                </a:path>
                <a:path w="11688444" h="164464">
                  <a:moveTo>
                    <a:pt x="19136" y="35705"/>
                  </a:moveTo>
                  <a:lnTo>
                    <a:pt x="9568" y="35705"/>
                  </a:lnTo>
                  <a:lnTo>
                    <a:pt x="9568" y="17852"/>
                  </a:lnTo>
                  <a:lnTo>
                    <a:pt x="19136" y="17852"/>
                  </a:lnTo>
                  <a:lnTo>
                    <a:pt x="19136" y="35705"/>
                  </a:lnTo>
                  <a:close/>
                </a:path>
                <a:path w="11688444" h="164464">
                  <a:moveTo>
                    <a:pt x="11668724" y="35705"/>
                  </a:moveTo>
                  <a:lnTo>
                    <a:pt x="19136" y="35705"/>
                  </a:lnTo>
                  <a:lnTo>
                    <a:pt x="19136" y="17852"/>
                  </a:lnTo>
                  <a:lnTo>
                    <a:pt x="11668724" y="17852"/>
                  </a:lnTo>
                  <a:lnTo>
                    <a:pt x="11668724" y="35705"/>
                  </a:lnTo>
                  <a:close/>
                </a:path>
                <a:path w="11688444" h="164464">
                  <a:moveTo>
                    <a:pt x="11678293" y="146035"/>
                  </a:moveTo>
                  <a:lnTo>
                    <a:pt x="11668724" y="146035"/>
                  </a:lnTo>
                  <a:lnTo>
                    <a:pt x="11668724" y="17852"/>
                  </a:lnTo>
                  <a:lnTo>
                    <a:pt x="11678293" y="17852"/>
                  </a:lnTo>
                  <a:lnTo>
                    <a:pt x="11678293" y="35705"/>
                  </a:lnTo>
                  <a:lnTo>
                    <a:pt x="11687921" y="35705"/>
                  </a:lnTo>
                  <a:lnTo>
                    <a:pt x="11687921" y="128182"/>
                  </a:lnTo>
                  <a:lnTo>
                    <a:pt x="11678293" y="128182"/>
                  </a:lnTo>
                  <a:lnTo>
                    <a:pt x="11678293" y="146035"/>
                  </a:lnTo>
                  <a:close/>
                </a:path>
                <a:path w="11688444" h="164464">
                  <a:moveTo>
                    <a:pt x="11687861" y="35705"/>
                  </a:moveTo>
                  <a:lnTo>
                    <a:pt x="11678293" y="35705"/>
                  </a:lnTo>
                  <a:lnTo>
                    <a:pt x="11678293" y="17852"/>
                  </a:lnTo>
                  <a:lnTo>
                    <a:pt x="11687861" y="17852"/>
                  </a:lnTo>
                  <a:lnTo>
                    <a:pt x="11687861" y="35705"/>
                  </a:lnTo>
                  <a:close/>
                </a:path>
                <a:path w="11688444" h="164464">
                  <a:moveTo>
                    <a:pt x="19136" y="146035"/>
                  </a:moveTo>
                  <a:lnTo>
                    <a:pt x="9568" y="146035"/>
                  </a:lnTo>
                  <a:lnTo>
                    <a:pt x="9568" y="128182"/>
                  </a:lnTo>
                  <a:lnTo>
                    <a:pt x="19136" y="128182"/>
                  </a:lnTo>
                  <a:lnTo>
                    <a:pt x="19136" y="146035"/>
                  </a:lnTo>
                  <a:close/>
                </a:path>
                <a:path w="11688444" h="164464">
                  <a:moveTo>
                    <a:pt x="11668724" y="146035"/>
                  </a:moveTo>
                  <a:lnTo>
                    <a:pt x="19136" y="146035"/>
                  </a:lnTo>
                  <a:lnTo>
                    <a:pt x="19136" y="128182"/>
                  </a:lnTo>
                  <a:lnTo>
                    <a:pt x="11668724" y="128182"/>
                  </a:lnTo>
                  <a:lnTo>
                    <a:pt x="11668724" y="146035"/>
                  </a:lnTo>
                  <a:close/>
                </a:path>
                <a:path w="11688444" h="164464">
                  <a:moveTo>
                    <a:pt x="11687861" y="146035"/>
                  </a:moveTo>
                  <a:lnTo>
                    <a:pt x="11678293" y="146035"/>
                  </a:lnTo>
                  <a:lnTo>
                    <a:pt x="11678293" y="128182"/>
                  </a:lnTo>
                  <a:lnTo>
                    <a:pt x="11687861" y="128182"/>
                  </a:lnTo>
                  <a:lnTo>
                    <a:pt x="11687861" y="14603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294" y="38100"/>
            <a:ext cx="1638299" cy="1600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8651" y="-19049"/>
            <a:ext cx="1962149" cy="196214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6206723"/>
            <a:ext cx="18288000" cy="4080510"/>
            <a:chOff x="0" y="6206723"/>
            <a:chExt cx="18288000" cy="4080510"/>
          </a:xfrm>
        </p:grpSpPr>
        <p:sp>
          <p:nvSpPr>
            <p:cNvPr id="11" name="object 11"/>
            <p:cNvSpPr/>
            <p:nvPr/>
          </p:nvSpPr>
          <p:spPr>
            <a:xfrm>
              <a:off x="0" y="9883711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206723"/>
              <a:ext cx="3406786" cy="380215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6645" y="7474670"/>
              <a:ext cx="7311424" cy="2532138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254742" y="1431707"/>
            <a:ext cx="7391400" cy="3277178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1734185">
              <a:lnSpc>
                <a:spcPts val="2930"/>
              </a:lnSpc>
              <a:spcBef>
                <a:spcPts val="254"/>
              </a:spcBef>
            </a:pPr>
            <a:r>
              <a:rPr lang="en-IN" sz="2800" b="1" u="sng" spc="-10" dirty="0">
                <a:solidFill>
                  <a:srgbClr val="F1F1F1"/>
                </a:solidFill>
                <a:latin typeface="Times New Roman"/>
                <a:cs typeface="Times New Roman"/>
              </a:rPr>
              <a:t>Technology Stack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endParaRPr lang="en-IN" sz="2800" spc="-10" dirty="0">
              <a:solidFill>
                <a:srgbClr val="F1F1F1"/>
              </a:solidFill>
              <a:latin typeface="Times New Roman"/>
              <a:cs typeface="Times New Roman"/>
            </a:endParaRP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Frontend: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React / Next.js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Backend: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Node.js + Express 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Database:</a:t>
            </a:r>
          </a:p>
          <a:p>
            <a:pPr marL="355600" marR="1734185" indent="-3429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IN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MongoDB / SQLite / JSON (MVP)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4930140" y="114300"/>
            <a:ext cx="8557260" cy="1145016"/>
          </a:xfrm>
          <a:prstGeom prst="rect">
            <a:avLst/>
          </a:prstGeom>
        </p:spPr>
        <p:txBody>
          <a:bodyPr vert="horz" wrap="square" lIns="0" tIns="122666" rIns="0" bIns="0" rtlCol="0">
            <a:spAutoFit/>
          </a:bodyPr>
          <a:lstStyle/>
          <a:p>
            <a:pPr marL="2199640">
              <a:lnSpc>
                <a:spcPct val="100000"/>
              </a:lnSpc>
              <a:spcBef>
                <a:spcPts val="100"/>
              </a:spcBef>
            </a:pPr>
            <a:r>
              <a:rPr lang="en-IN" sz="6000" spc="-2115" dirty="0">
                <a:solidFill>
                  <a:srgbClr val="FF0000"/>
                </a:solidFill>
              </a:rPr>
              <a:t>F</a:t>
            </a:r>
            <a:r>
              <a:rPr lang="en-IN" sz="9000" spc="-104" baseline="-4629" dirty="0"/>
              <a:t>F</a:t>
            </a:r>
            <a:r>
              <a:rPr lang="en-IN" sz="6000" spc="-2285" dirty="0">
                <a:solidFill>
                  <a:srgbClr val="FF0000"/>
                </a:solidFill>
              </a:rPr>
              <a:t>E</a:t>
            </a:r>
            <a:r>
              <a:rPr lang="en-IN" sz="9000" spc="-82" baseline="-4629" dirty="0"/>
              <a:t>E</a:t>
            </a:r>
            <a:r>
              <a:rPr lang="en-IN" sz="6000" spc="-2815" dirty="0">
                <a:solidFill>
                  <a:srgbClr val="FF0000"/>
                </a:solidFill>
              </a:rPr>
              <a:t>A</a:t>
            </a:r>
            <a:r>
              <a:rPr lang="en-IN" sz="9000" spc="-142" baseline="-4629" dirty="0"/>
              <a:t>A</a:t>
            </a:r>
            <a:r>
              <a:rPr lang="en-IN" sz="6000" spc="-2150" dirty="0">
                <a:solidFill>
                  <a:srgbClr val="FF0000"/>
                </a:solidFill>
              </a:rPr>
              <a:t>S</a:t>
            </a:r>
            <a:r>
              <a:rPr lang="en-IN" sz="9000" spc="-52" baseline="-4629" dirty="0"/>
              <a:t>S</a:t>
            </a:r>
            <a:r>
              <a:rPr lang="en-IN" sz="6000" spc="-875" dirty="0">
                <a:solidFill>
                  <a:srgbClr val="FF0000"/>
                </a:solidFill>
              </a:rPr>
              <a:t>I</a:t>
            </a:r>
            <a:r>
              <a:rPr lang="en-IN" sz="9000" spc="-82" baseline="-4629" dirty="0"/>
              <a:t>I</a:t>
            </a:r>
            <a:r>
              <a:rPr lang="en-IN" sz="6000" spc="-2610" dirty="0">
                <a:solidFill>
                  <a:srgbClr val="FF0000"/>
                </a:solidFill>
              </a:rPr>
              <a:t>B</a:t>
            </a:r>
            <a:r>
              <a:rPr lang="en-IN" sz="9000" spc="-104" baseline="-4629" dirty="0"/>
              <a:t>B</a:t>
            </a:r>
            <a:r>
              <a:rPr lang="en-IN" sz="6000" spc="-875" dirty="0">
                <a:solidFill>
                  <a:srgbClr val="FF0000"/>
                </a:solidFill>
              </a:rPr>
              <a:t>I</a:t>
            </a:r>
            <a:r>
              <a:rPr lang="en-IN" sz="9000" spc="-82" baseline="-4629" dirty="0"/>
              <a:t>I</a:t>
            </a:r>
            <a:r>
              <a:rPr lang="en-IN" sz="6000" spc="-1900" dirty="0">
                <a:solidFill>
                  <a:srgbClr val="FF0000"/>
                </a:solidFill>
              </a:rPr>
              <a:t>L</a:t>
            </a:r>
            <a:r>
              <a:rPr lang="en-IN" sz="9000" spc="-562" baseline="-4629" dirty="0"/>
              <a:t>L</a:t>
            </a:r>
            <a:r>
              <a:rPr lang="en-IN" sz="6000" spc="-2280" dirty="0">
                <a:solidFill>
                  <a:srgbClr val="FF0000"/>
                </a:solidFill>
              </a:rPr>
              <a:t>T</a:t>
            </a:r>
            <a:r>
              <a:rPr lang="en-IN" sz="9000" spc="120" baseline="-4629" dirty="0"/>
              <a:t>T</a:t>
            </a:r>
            <a:r>
              <a:rPr lang="en-IN" sz="6000" spc="-2270" dirty="0">
                <a:solidFill>
                  <a:srgbClr val="FF0000"/>
                </a:solidFill>
              </a:rPr>
              <a:t>Y</a:t>
            </a:r>
            <a:r>
              <a:rPr lang="en-IN" sz="9000" spc="450" baseline="-4629" dirty="0"/>
              <a:t>Y</a:t>
            </a:r>
            <a:endParaRPr sz="9000" baseline="-4629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82CBD0-BCF5-444C-4A99-8938494B241F}"/>
              </a:ext>
            </a:extLst>
          </p:cNvPr>
          <p:cNvSpPr txBox="1"/>
          <p:nvPr/>
        </p:nvSpPr>
        <p:spPr>
          <a:xfrm>
            <a:off x="2796540" y="1296052"/>
            <a:ext cx="4267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Flow 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(Frontend)        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 (Backend)        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Database        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↓</a:t>
            </a:r>
          </a:p>
          <a:p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to UI</a:t>
            </a: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and easy to extend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Ready for AI module integration later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326548" y="38100"/>
            <a:ext cx="11635105" cy="163195"/>
            <a:chOff x="3326548" y="1028700"/>
            <a:chExt cx="11635105" cy="163195"/>
          </a:xfrm>
        </p:grpSpPr>
        <p:sp>
          <p:nvSpPr>
            <p:cNvPr id="4" name="object 4"/>
            <p:cNvSpPr/>
            <p:nvPr/>
          </p:nvSpPr>
          <p:spPr>
            <a:xfrm>
              <a:off x="3336073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326548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26548" y="952500"/>
            <a:ext cx="11635105" cy="163195"/>
            <a:chOff x="3326548" y="2439390"/>
            <a:chExt cx="11635105" cy="163195"/>
          </a:xfrm>
        </p:grpSpPr>
        <p:sp>
          <p:nvSpPr>
            <p:cNvPr id="7" name="object 7"/>
            <p:cNvSpPr/>
            <p:nvPr/>
          </p:nvSpPr>
          <p:spPr>
            <a:xfrm>
              <a:off x="3336073" y="2457161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5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26548" y="243939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38200" y="1790700"/>
            <a:ext cx="10208260" cy="2456441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254"/>
              </a:spcBef>
            </a:pPr>
            <a:r>
              <a:rPr lang="en-US" sz="2800" b="1" u="sng" spc="-10" dirty="0">
                <a:solidFill>
                  <a:srgbClr val="F1F1F1"/>
                </a:solidFill>
                <a:latin typeface="Times New Roman"/>
                <a:cs typeface="Times New Roman"/>
              </a:rPr>
              <a:t>Software Engineering Approach</a:t>
            </a:r>
          </a:p>
          <a:p>
            <a:pPr marL="12700" marR="5080">
              <a:lnSpc>
                <a:spcPts val="2930"/>
              </a:lnSpc>
              <a:spcBef>
                <a:spcPts val="254"/>
              </a:spcBef>
            </a:pPr>
            <a:endParaRPr lang="en-US" sz="2800" spc="-10" dirty="0">
              <a:solidFill>
                <a:srgbClr val="F1F1F1"/>
              </a:solidFill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Component-based frontend design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RESTful APIs for communication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Backend validation &amp; error handling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spc="-10" dirty="0">
                <a:solidFill>
                  <a:srgbClr val="F1F1F1"/>
                </a:solidFill>
                <a:latin typeface="Times New Roman"/>
                <a:cs typeface="Times New Roman"/>
              </a:rPr>
              <a:t>Database schema design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921058" y="-38100"/>
            <a:ext cx="8557260" cy="1145016"/>
          </a:xfrm>
          <a:prstGeom prst="rect">
            <a:avLst/>
          </a:prstGeom>
        </p:spPr>
        <p:txBody>
          <a:bodyPr vert="horz" wrap="square" lIns="0" tIns="122694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100"/>
              </a:spcBef>
            </a:pPr>
            <a:r>
              <a:rPr sz="6000" spc="-1330" dirty="0">
                <a:solidFill>
                  <a:srgbClr val="FF0000"/>
                </a:solidFill>
              </a:rPr>
              <a:t>I</a:t>
            </a:r>
            <a:r>
              <a:rPr sz="9000" spc="284" baseline="-9259" dirty="0"/>
              <a:t>I</a:t>
            </a:r>
            <a:r>
              <a:rPr sz="6000" spc="-4970" dirty="0">
                <a:solidFill>
                  <a:srgbClr val="FF0000"/>
                </a:solidFill>
              </a:rPr>
              <a:t>M</a:t>
            </a:r>
            <a:r>
              <a:rPr sz="9000" spc="277" baseline="-9259" dirty="0"/>
              <a:t>M</a:t>
            </a:r>
            <a:r>
              <a:rPr sz="9000" spc="-4380" baseline="-9259" dirty="0"/>
              <a:t>P</a:t>
            </a:r>
            <a:r>
              <a:rPr sz="6000" spc="-285" dirty="0">
                <a:solidFill>
                  <a:srgbClr val="FF0000"/>
                </a:solidFill>
              </a:rPr>
              <a:t>P</a:t>
            </a:r>
            <a:r>
              <a:rPr sz="9000" spc="-4965" baseline="-9259" dirty="0"/>
              <a:t>A</a:t>
            </a:r>
            <a:r>
              <a:rPr sz="6000" spc="80" dirty="0">
                <a:solidFill>
                  <a:srgbClr val="FF0000"/>
                </a:solidFill>
              </a:rPr>
              <a:t>A</a:t>
            </a:r>
            <a:r>
              <a:rPr sz="6000" spc="-3015" dirty="0">
                <a:solidFill>
                  <a:srgbClr val="FF0000"/>
                </a:solidFill>
              </a:rPr>
              <a:t>C</a:t>
            </a:r>
            <a:r>
              <a:rPr sz="9000" spc="284" baseline="-9259" dirty="0"/>
              <a:t>C</a:t>
            </a:r>
            <a:r>
              <a:rPr sz="6000" spc="-2755" dirty="0">
                <a:solidFill>
                  <a:srgbClr val="FF0000"/>
                </a:solidFill>
              </a:rPr>
              <a:t>T</a:t>
            </a:r>
            <a:r>
              <a:rPr sz="9000" spc="292" baseline="-9259" dirty="0"/>
              <a:t>T</a:t>
            </a:r>
            <a:r>
              <a:rPr sz="9000" spc="847" baseline="-9259" dirty="0"/>
              <a:t> 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3590" dirty="0">
                <a:solidFill>
                  <a:srgbClr val="FF0000"/>
                </a:solidFill>
              </a:rPr>
              <a:t>N</a:t>
            </a:r>
            <a:r>
              <a:rPr sz="9000" spc="442" baseline="-9259" dirty="0"/>
              <a:t>N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2230" dirty="0">
                <a:solidFill>
                  <a:srgbClr val="FF0000"/>
                </a:solidFill>
              </a:rPr>
              <a:t>L</a:t>
            </a:r>
            <a:r>
              <a:rPr sz="9000" spc="-67" baseline="-9259" dirty="0"/>
              <a:t>L</a:t>
            </a:r>
            <a:r>
              <a:rPr sz="6000" spc="-2630" dirty="0">
                <a:solidFill>
                  <a:srgbClr val="FF0000"/>
                </a:solidFill>
              </a:rPr>
              <a:t>Y</a:t>
            </a:r>
            <a:r>
              <a:rPr sz="9000" spc="292" baseline="-9259" dirty="0"/>
              <a:t>Y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42" baseline="-9259" dirty="0"/>
              <a:t>S</a:t>
            </a:r>
            <a:r>
              <a:rPr sz="6000" spc="-1225" dirty="0">
                <a:solidFill>
                  <a:srgbClr val="FF0000"/>
                </a:solidFill>
              </a:rPr>
              <a:t>I</a:t>
            </a:r>
            <a:r>
              <a:rPr sz="9000" spc="442" baseline="-9259" dirty="0"/>
              <a:t>I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50" baseline="-9259" dirty="0"/>
              <a:t>S</a:t>
            </a:r>
            <a:endParaRPr sz="9000" baseline="-9259" dirty="0"/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294" y="38100"/>
            <a:ext cx="1638299" cy="16001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48651" y="38100"/>
            <a:ext cx="1962149" cy="1962149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0" y="6726600"/>
            <a:ext cx="18288000" cy="3527425"/>
            <a:chOff x="0" y="6726600"/>
            <a:chExt cx="18288000" cy="3527425"/>
          </a:xfrm>
        </p:grpSpPr>
        <p:sp>
          <p:nvSpPr>
            <p:cNvPr id="14" name="object 14"/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2615" y="7722839"/>
              <a:ext cx="5410189" cy="2514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" y="6726600"/>
              <a:ext cx="3266170" cy="341957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30349" y="7475385"/>
              <a:ext cx="2854664" cy="276198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24BEC94-FC11-BA43-2316-8584A0A68216}"/>
              </a:ext>
            </a:extLst>
          </p:cNvPr>
          <p:cNvSpPr txBox="1"/>
          <p:nvPr/>
        </p:nvSpPr>
        <p:spPr>
          <a:xfrm>
            <a:off x="7924800" y="4828044"/>
            <a:ext cx="6629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 Used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 / layered architecture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routing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Separation of concerns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151651-5417-B18F-3EA7-D45329DFDD34}"/>
              </a:ext>
            </a:extLst>
          </p:cNvPr>
          <p:cNvSpPr txBox="1"/>
          <p:nvPr/>
        </p:nvSpPr>
        <p:spPr>
          <a:xfrm>
            <a:off x="12488200" y="1866900"/>
            <a:ext cx="5266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 Readiness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flow working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↔ Backend ↔ Database fully connected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03C17-A6EB-58E6-AC56-C5BB8E57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0B01DDB-3455-5644-8560-97C15DEC4240}"/>
              </a:ext>
            </a:extLst>
          </p:cNvPr>
          <p:cNvGrpSpPr/>
          <p:nvPr/>
        </p:nvGrpSpPr>
        <p:grpSpPr>
          <a:xfrm>
            <a:off x="3409816" y="103505"/>
            <a:ext cx="11635105" cy="163195"/>
            <a:chOff x="3409816" y="1028700"/>
            <a:chExt cx="11635105" cy="16319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36594D6-FC97-D5E1-6674-4E424A598714}"/>
                </a:ext>
              </a:extLst>
            </p:cNvPr>
            <p:cNvSpPr/>
            <p:nvPr/>
          </p:nvSpPr>
          <p:spPr>
            <a:xfrm>
              <a:off x="3419341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E27F41E-7E5B-A169-705F-400C73E725E0}"/>
                </a:ext>
              </a:extLst>
            </p:cNvPr>
            <p:cNvSpPr/>
            <p:nvPr/>
          </p:nvSpPr>
          <p:spPr>
            <a:xfrm>
              <a:off x="3409816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6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6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6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2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2" y="17771"/>
                  </a:lnTo>
                  <a:lnTo>
                    <a:pt x="11615832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2" y="145373"/>
                  </a:lnTo>
                  <a:lnTo>
                    <a:pt x="11615832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2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2" y="17771"/>
                  </a:lnTo>
                  <a:lnTo>
                    <a:pt x="11634882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2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2" y="127601"/>
                  </a:lnTo>
                  <a:lnTo>
                    <a:pt x="11615832" y="145373"/>
                  </a:lnTo>
                  <a:close/>
                </a:path>
                <a:path w="11635105" h="163194">
                  <a:moveTo>
                    <a:pt x="11634882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2" y="127601"/>
                  </a:lnTo>
                  <a:lnTo>
                    <a:pt x="11634882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CA5319CF-48BB-8EFD-9B90-8DC3F729641A}"/>
              </a:ext>
            </a:extLst>
          </p:cNvPr>
          <p:cNvGrpSpPr/>
          <p:nvPr/>
        </p:nvGrpSpPr>
        <p:grpSpPr>
          <a:xfrm>
            <a:off x="3383327" y="952500"/>
            <a:ext cx="11688445" cy="164465"/>
            <a:chOff x="3383327" y="2380012"/>
            <a:chExt cx="11688445" cy="16446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F162243-47F3-23E8-4EDC-9D19E9AC8B57}"/>
                </a:ext>
              </a:extLst>
            </p:cNvPr>
            <p:cNvSpPr/>
            <p:nvPr/>
          </p:nvSpPr>
          <p:spPr>
            <a:xfrm>
              <a:off x="3392895" y="2397864"/>
              <a:ext cx="11668760" cy="128270"/>
            </a:xfrm>
            <a:custGeom>
              <a:avLst/>
              <a:gdLst/>
              <a:ahLst/>
              <a:cxnLst/>
              <a:rect l="l" t="t" r="r" b="b"/>
              <a:pathLst>
                <a:path w="11668760" h="128269">
                  <a:moveTo>
                    <a:pt x="11668724" y="128182"/>
                  </a:moveTo>
                  <a:lnTo>
                    <a:pt x="0" y="128182"/>
                  </a:lnTo>
                  <a:lnTo>
                    <a:pt x="0" y="0"/>
                  </a:lnTo>
                  <a:lnTo>
                    <a:pt x="11668724" y="0"/>
                  </a:lnTo>
                  <a:lnTo>
                    <a:pt x="11668724" y="128182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BF1E7A2-8501-0E03-318A-1AD28849A754}"/>
                </a:ext>
              </a:extLst>
            </p:cNvPr>
            <p:cNvSpPr/>
            <p:nvPr/>
          </p:nvSpPr>
          <p:spPr>
            <a:xfrm>
              <a:off x="3383327" y="2380012"/>
              <a:ext cx="11688445" cy="164465"/>
            </a:xfrm>
            <a:custGeom>
              <a:avLst/>
              <a:gdLst/>
              <a:ahLst/>
              <a:cxnLst/>
              <a:rect l="l" t="t" r="r" b="b"/>
              <a:pathLst>
                <a:path w="11688444" h="164464">
                  <a:moveTo>
                    <a:pt x="11683555" y="163906"/>
                  </a:moveTo>
                  <a:lnTo>
                    <a:pt x="4305" y="163906"/>
                  </a:lnTo>
                  <a:lnTo>
                    <a:pt x="0" y="155854"/>
                  </a:lnTo>
                  <a:lnTo>
                    <a:pt x="0" y="8033"/>
                  </a:lnTo>
                  <a:lnTo>
                    <a:pt x="4305" y="0"/>
                  </a:lnTo>
                  <a:lnTo>
                    <a:pt x="11683555" y="0"/>
                  </a:lnTo>
                  <a:lnTo>
                    <a:pt x="11687921" y="8033"/>
                  </a:lnTo>
                  <a:lnTo>
                    <a:pt x="11687921" y="17852"/>
                  </a:lnTo>
                  <a:lnTo>
                    <a:pt x="9568" y="17852"/>
                  </a:lnTo>
                  <a:lnTo>
                    <a:pt x="9568" y="35705"/>
                  </a:lnTo>
                  <a:lnTo>
                    <a:pt x="19136" y="35705"/>
                  </a:lnTo>
                  <a:lnTo>
                    <a:pt x="19136" y="128182"/>
                  </a:lnTo>
                  <a:lnTo>
                    <a:pt x="9568" y="128182"/>
                  </a:lnTo>
                  <a:lnTo>
                    <a:pt x="9568" y="146035"/>
                  </a:lnTo>
                  <a:lnTo>
                    <a:pt x="11687921" y="146035"/>
                  </a:lnTo>
                  <a:lnTo>
                    <a:pt x="11687921" y="155854"/>
                  </a:lnTo>
                  <a:lnTo>
                    <a:pt x="11683555" y="163906"/>
                  </a:lnTo>
                  <a:close/>
                </a:path>
                <a:path w="11688444" h="164464">
                  <a:moveTo>
                    <a:pt x="19136" y="35705"/>
                  </a:moveTo>
                  <a:lnTo>
                    <a:pt x="9568" y="35705"/>
                  </a:lnTo>
                  <a:lnTo>
                    <a:pt x="9568" y="17852"/>
                  </a:lnTo>
                  <a:lnTo>
                    <a:pt x="19136" y="17852"/>
                  </a:lnTo>
                  <a:lnTo>
                    <a:pt x="19136" y="35705"/>
                  </a:lnTo>
                  <a:close/>
                </a:path>
                <a:path w="11688444" h="164464">
                  <a:moveTo>
                    <a:pt x="11668724" y="35705"/>
                  </a:moveTo>
                  <a:lnTo>
                    <a:pt x="19136" y="35705"/>
                  </a:lnTo>
                  <a:lnTo>
                    <a:pt x="19136" y="17852"/>
                  </a:lnTo>
                  <a:lnTo>
                    <a:pt x="11668724" y="17852"/>
                  </a:lnTo>
                  <a:lnTo>
                    <a:pt x="11668724" y="35705"/>
                  </a:lnTo>
                  <a:close/>
                </a:path>
                <a:path w="11688444" h="164464">
                  <a:moveTo>
                    <a:pt x="11678293" y="146035"/>
                  </a:moveTo>
                  <a:lnTo>
                    <a:pt x="11668724" y="146035"/>
                  </a:lnTo>
                  <a:lnTo>
                    <a:pt x="11668724" y="17852"/>
                  </a:lnTo>
                  <a:lnTo>
                    <a:pt x="11678293" y="17852"/>
                  </a:lnTo>
                  <a:lnTo>
                    <a:pt x="11678293" y="35705"/>
                  </a:lnTo>
                  <a:lnTo>
                    <a:pt x="11687921" y="35705"/>
                  </a:lnTo>
                  <a:lnTo>
                    <a:pt x="11687921" y="128182"/>
                  </a:lnTo>
                  <a:lnTo>
                    <a:pt x="11678293" y="128182"/>
                  </a:lnTo>
                  <a:lnTo>
                    <a:pt x="11678293" y="146035"/>
                  </a:lnTo>
                  <a:close/>
                </a:path>
                <a:path w="11688444" h="164464">
                  <a:moveTo>
                    <a:pt x="11687861" y="35705"/>
                  </a:moveTo>
                  <a:lnTo>
                    <a:pt x="11678293" y="35705"/>
                  </a:lnTo>
                  <a:lnTo>
                    <a:pt x="11678293" y="17852"/>
                  </a:lnTo>
                  <a:lnTo>
                    <a:pt x="11687861" y="17852"/>
                  </a:lnTo>
                  <a:lnTo>
                    <a:pt x="11687861" y="35705"/>
                  </a:lnTo>
                  <a:close/>
                </a:path>
                <a:path w="11688444" h="164464">
                  <a:moveTo>
                    <a:pt x="19136" y="146035"/>
                  </a:moveTo>
                  <a:lnTo>
                    <a:pt x="9568" y="146035"/>
                  </a:lnTo>
                  <a:lnTo>
                    <a:pt x="9568" y="128182"/>
                  </a:lnTo>
                  <a:lnTo>
                    <a:pt x="19136" y="128182"/>
                  </a:lnTo>
                  <a:lnTo>
                    <a:pt x="19136" y="146035"/>
                  </a:lnTo>
                  <a:close/>
                </a:path>
                <a:path w="11688444" h="164464">
                  <a:moveTo>
                    <a:pt x="11668724" y="146035"/>
                  </a:moveTo>
                  <a:lnTo>
                    <a:pt x="19136" y="146035"/>
                  </a:lnTo>
                  <a:lnTo>
                    <a:pt x="19136" y="128182"/>
                  </a:lnTo>
                  <a:lnTo>
                    <a:pt x="11668724" y="128182"/>
                  </a:lnTo>
                  <a:lnTo>
                    <a:pt x="11668724" y="146035"/>
                  </a:lnTo>
                  <a:close/>
                </a:path>
                <a:path w="11688444" h="164464">
                  <a:moveTo>
                    <a:pt x="11687861" y="146035"/>
                  </a:moveTo>
                  <a:lnTo>
                    <a:pt x="11678293" y="146035"/>
                  </a:lnTo>
                  <a:lnTo>
                    <a:pt x="11678293" y="128182"/>
                  </a:lnTo>
                  <a:lnTo>
                    <a:pt x="11687861" y="128182"/>
                  </a:lnTo>
                  <a:lnTo>
                    <a:pt x="11687861" y="14603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64C9AA67-29AB-681A-02D0-0B000156E0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294" y="38101"/>
            <a:ext cx="1638299" cy="1600199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D2EA1908-9410-7A3B-4711-F74D089AC8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8651" y="-19049"/>
            <a:ext cx="1962149" cy="1962149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ABF7388D-941A-EEE2-8545-7E2BC4DDD21C}"/>
              </a:ext>
            </a:extLst>
          </p:cNvPr>
          <p:cNvGrpSpPr/>
          <p:nvPr/>
        </p:nvGrpSpPr>
        <p:grpSpPr>
          <a:xfrm>
            <a:off x="0" y="6206723"/>
            <a:ext cx="18288000" cy="4080510"/>
            <a:chOff x="0" y="6206723"/>
            <a:chExt cx="18288000" cy="408051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D869E5C-DDEB-8A56-6DC9-81D40704D008}"/>
                </a:ext>
              </a:extLst>
            </p:cNvPr>
            <p:cNvSpPr/>
            <p:nvPr/>
          </p:nvSpPr>
          <p:spPr>
            <a:xfrm>
              <a:off x="0" y="9883711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E15B489A-F03D-AC96-DC05-B7AA0F8B850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206723"/>
              <a:ext cx="3406786" cy="3802157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967E1BB9-F963-4895-2C4E-D19766AAA4B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916645" y="7474670"/>
              <a:ext cx="7311424" cy="2532138"/>
            </a:xfrm>
            <a:prstGeom prst="rect">
              <a:avLst/>
            </a:prstGeom>
          </p:spPr>
        </p:pic>
      </p:grpSp>
      <p:sp>
        <p:nvSpPr>
          <p:cNvPr id="18" name="object 18">
            <a:extLst>
              <a:ext uri="{FF2B5EF4-FFF2-40B4-BE49-F238E27FC236}">
                <a16:creationId xmlns:a16="http://schemas.microsoft.com/office/drawing/2014/main" id="{03095736-6CC4-F52E-5EA0-BD67557762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058" y="38100"/>
            <a:ext cx="8557260" cy="1145016"/>
          </a:xfrm>
          <a:prstGeom prst="rect">
            <a:avLst/>
          </a:prstGeom>
        </p:spPr>
        <p:txBody>
          <a:bodyPr vert="horz" wrap="square" lIns="0" tIns="122666" rIns="0" bIns="0" rtlCol="0">
            <a:spAutoFit/>
          </a:bodyPr>
          <a:lstStyle/>
          <a:p>
            <a:pPr marL="2199640">
              <a:lnSpc>
                <a:spcPct val="100000"/>
              </a:lnSpc>
              <a:spcBef>
                <a:spcPts val="100"/>
              </a:spcBef>
            </a:pPr>
            <a:r>
              <a:rPr sz="6000" spc="-2115" dirty="0">
                <a:solidFill>
                  <a:srgbClr val="FF0000"/>
                </a:solidFill>
              </a:rPr>
              <a:t>F</a:t>
            </a:r>
            <a:r>
              <a:rPr sz="9000" spc="-104" baseline="-4629" dirty="0"/>
              <a:t>F</a:t>
            </a:r>
            <a:r>
              <a:rPr sz="6000" spc="-2285" dirty="0">
                <a:solidFill>
                  <a:srgbClr val="FF0000"/>
                </a:solidFill>
              </a:rPr>
              <a:t>E</a:t>
            </a:r>
            <a:r>
              <a:rPr sz="9000" spc="-82" baseline="-4629" dirty="0"/>
              <a:t>E</a:t>
            </a:r>
            <a:r>
              <a:rPr sz="6000" spc="-2815" dirty="0">
                <a:solidFill>
                  <a:srgbClr val="FF0000"/>
                </a:solidFill>
              </a:rPr>
              <a:t>A</a:t>
            </a:r>
            <a:r>
              <a:rPr sz="9000" spc="-142" baseline="-4629" dirty="0"/>
              <a:t>A</a:t>
            </a:r>
            <a:r>
              <a:rPr sz="6000" spc="-2150" dirty="0">
                <a:solidFill>
                  <a:srgbClr val="FF0000"/>
                </a:solidFill>
              </a:rPr>
              <a:t>S</a:t>
            </a:r>
            <a:r>
              <a:rPr sz="9000" spc="-52" baseline="-4629" dirty="0"/>
              <a:t>S</a:t>
            </a:r>
            <a:r>
              <a:rPr sz="6000" spc="-875" dirty="0">
                <a:solidFill>
                  <a:srgbClr val="FF0000"/>
                </a:solidFill>
              </a:rPr>
              <a:t>I</a:t>
            </a:r>
            <a:r>
              <a:rPr sz="9000" spc="-82" baseline="-4629" dirty="0"/>
              <a:t>I</a:t>
            </a:r>
            <a:r>
              <a:rPr sz="6000" spc="-2610" dirty="0">
                <a:solidFill>
                  <a:srgbClr val="FF0000"/>
                </a:solidFill>
              </a:rPr>
              <a:t>B</a:t>
            </a:r>
            <a:r>
              <a:rPr sz="9000" spc="-104" baseline="-4629" dirty="0"/>
              <a:t>B</a:t>
            </a:r>
            <a:r>
              <a:rPr sz="6000" spc="-875" dirty="0">
                <a:solidFill>
                  <a:srgbClr val="FF0000"/>
                </a:solidFill>
              </a:rPr>
              <a:t>I</a:t>
            </a:r>
            <a:r>
              <a:rPr sz="9000" spc="-82" baseline="-4629" dirty="0"/>
              <a:t>I</a:t>
            </a:r>
            <a:r>
              <a:rPr sz="6000" spc="-1900" dirty="0">
                <a:solidFill>
                  <a:srgbClr val="FF0000"/>
                </a:solidFill>
              </a:rPr>
              <a:t>L</a:t>
            </a:r>
            <a:r>
              <a:rPr sz="9000" spc="-562" baseline="-4629" dirty="0"/>
              <a:t>L</a:t>
            </a:r>
            <a:r>
              <a:rPr sz="6000" spc="-2280" dirty="0">
                <a:solidFill>
                  <a:srgbClr val="FF0000"/>
                </a:solidFill>
              </a:rPr>
              <a:t>T</a:t>
            </a:r>
            <a:r>
              <a:rPr sz="9000" spc="120" baseline="-4629" dirty="0"/>
              <a:t>T</a:t>
            </a:r>
            <a:r>
              <a:rPr sz="6000" spc="-2270" dirty="0">
                <a:solidFill>
                  <a:srgbClr val="FF0000"/>
                </a:solidFill>
              </a:rPr>
              <a:t>Y</a:t>
            </a:r>
            <a:r>
              <a:rPr sz="9000" spc="450" baseline="-4629" dirty="0"/>
              <a:t>Y</a:t>
            </a:r>
            <a:endParaRPr sz="9000" baseline="-4629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3482BD-988C-193F-AD5A-910CDB843E61}"/>
              </a:ext>
            </a:extLst>
          </p:cNvPr>
          <p:cNvSpPr txBox="1"/>
          <p:nvPr/>
        </p:nvSpPr>
        <p:spPr>
          <a:xfrm>
            <a:off x="9616019" y="1622323"/>
            <a:ext cx="701370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commonly available technologies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infrastructure requirement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deploy and maintain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small to medium teams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F5B8AD05-F27E-FA21-BE13-6454E698DA37}"/>
              </a:ext>
            </a:extLst>
          </p:cNvPr>
          <p:cNvSpPr txBox="1"/>
          <p:nvPr/>
        </p:nvSpPr>
        <p:spPr>
          <a:xfrm>
            <a:off x="990600" y="1802028"/>
            <a:ext cx="10208260" cy="2046072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254"/>
              </a:spcBef>
            </a:pPr>
            <a:r>
              <a:rPr lang="en-US" sz="2800" b="1" u="sng" dirty="0">
                <a:solidFill>
                  <a:schemeClr val="bg1"/>
                </a:solidFill>
                <a:latin typeface="Times New Roman"/>
                <a:cs typeface="Times New Roman"/>
              </a:rPr>
              <a:t>Why Our Solution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Reduces manual effort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Improves transparency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Strong base for future AI features</a:t>
            </a:r>
            <a:endParaRPr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04870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831E807-1F94-E74B-D81F-E3AC5146E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C6F53732-1D87-E9AE-FBE1-B1EA43638C8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2D832288-F3D2-2B6F-751D-7FE123DF2329}"/>
              </a:ext>
            </a:extLst>
          </p:cNvPr>
          <p:cNvGrpSpPr/>
          <p:nvPr/>
        </p:nvGrpSpPr>
        <p:grpSpPr>
          <a:xfrm>
            <a:off x="3376295" y="103505"/>
            <a:ext cx="11635105" cy="163195"/>
            <a:chOff x="3326548" y="1028700"/>
            <a:chExt cx="11635105" cy="16319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8D31674-93EA-0870-6CD1-DB258D136547}"/>
                </a:ext>
              </a:extLst>
            </p:cNvPr>
            <p:cNvSpPr/>
            <p:nvPr/>
          </p:nvSpPr>
          <p:spPr>
            <a:xfrm>
              <a:off x="3336073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5D9DF3A-3CA1-5ECD-4F54-BB06E7431C06}"/>
                </a:ext>
              </a:extLst>
            </p:cNvPr>
            <p:cNvSpPr/>
            <p:nvPr/>
          </p:nvSpPr>
          <p:spPr>
            <a:xfrm>
              <a:off x="3326548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>
            <a:extLst>
              <a:ext uri="{FF2B5EF4-FFF2-40B4-BE49-F238E27FC236}">
                <a16:creationId xmlns:a16="http://schemas.microsoft.com/office/drawing/2014/main" id="{37F30348-93F8-F918-AFFC-3BB3C2486429}"/>
              </a:ext>
            </a:extLst>
          </p:cNvPr>
          <p:cNvGrpSpPr/>
          <p:nvPr/>
        </p:nvGrpSpPr>
        <p:grpSpPr>
          <a:xfrm>
            <a:off x="3376295" y="1104900"/>
            <a:ext cx="11635105" cy="163195"/>
            <a:chOff x="3326548" y="2439390"/>
            <a:chExt cx="11635105" cy="1631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503703ED-AE81-6D44-CAEB-4AEACD457AE2}"/>
                </a:ext>
              </a:extLst>
            </p:cNvPr>
            <p:cNvSpPr/>
            <p:nvPr/>
          </p:nvSpPr>
          <p:spPr>
            <a:xfrm>
              <a:off x="3336073" y="2457161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5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291C976-967F-2733-0F68-AF4858F66814}"/>
                </a:ext>
              </a:extLst>
            </p:cNvPr>
            <p:cNvSpPr/>
            <p:nvPr/>
          </p:nvSpPr>
          <p:spPr>
            <a:xfrm>
              <a:off x="3326548" y="243939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>
            <a:extLst>
              <a:ext uri="{FF2B5EF4-FFF2-40B4-BE49-F238E27FC236}">
                <a16:creationId xmlns:a16="http://schemas.microsoft.com/office/drawing/2014/main" id="{114BA225-47C0-21EB-1280-97B366536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058" y="38100"/>
            <a:ext cx="8557260" cy="1145016"/>
          </a:xfrm>
          <a:prstGeom prst="rect">
            <a:avLst/>
          </a:prstGeom>
        </p:spPr>
        <p:txBody>
          <a:bodyPr vert="horz" wrap="square" lIns="0" tIns="122694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100"/>
              </a:spcBef>
            </a:pPr>
            <a:r>
              <a:rPr sz="6000" spc="-1330" dirty="0">
                <a:solidFill>
                  <a:srgbClr val="FF0000"/>
                </a:solidFill>
              </a:rPr>
              <a:t>I</a:t>
            </a:r>
            <a:r>
              <a:rPr sz="9000" spc="284" baseline="-9259" dirty="0"/>
              <a:t>I</a:t>
            </a:r>
            <a:r>
              <a:rPr sz="6000" spc="-4970" dirty="0">
                <a:solidFill>
                  <a:srgbClr val="FF0000"/>
                </a:solidFill>
              </a:rPr>
              <a:t>M</a:t>
            </a:r>
            <a:r>
              <a:rPr sz="9000" spc="277" baseline="-9259" dirty="0"/>
              <a:t>M</a:t>
            </a:r>
            <a:r>
              <a:rPr sz="9000" spc="-4380" baseline="-9259" dirty="0"/>
              <a:t>P</a:t>
            </a:r>
            <a:r>
              <a:rPr sz="6000" spc="-285" dirty="0">
                <a:solidFill>
                  <a:srgbClr val="FF0000"/>
                </a:solidFill>
              </a:rPr>
              <a:t>P</a:t>
            </a:r>
            <a:r>
              <a:rPr sz="9000" spc="-4965" baseline="-9259" dirty="0"/>
              <a:t>A</a:t>
            </a:r>
            <a:r>
              <a:rPr sz="6000" spc="80" dirty="0">
                <a:solidFill>
                  <a:srgbClr val="FF0000"/>
                </a:solidFill>
              </a:rPr>
              <a:t>A</a:t>
            </a:r>
            <a:r>
              <a:rPr sz="6000" spc="-3015" dirty="0">
                <a:solidFill>
                  <a:srgbClr val="FF0000"/>
                </a:solidFill>
              </a:rPr>
              <a:t>C</a:t>
            </a:r>
            <a:r>
              <a:rPr sz="9000" spc="284" baseline="-9259" dirty="0"/>
              <a:t>C</a:t>
            </a:r>
            <a:r>
              <a:rPr sz="6000" spc="-2755" dirty="0">
                <a:solidFill>
                  <a:srgbClr val="FF0000"/>
                </a:solidFill>
              </a:rPr>
              <a:t>T</a:t>
            </a:r>
            <a:r>
              <a:rPr sz="9000" spc="292" baseline="-9259" dirty="0"/>
              <a:t>T</a:t>
            </a:r>
            <a:r>
              <a:rPr sz="9000" spc="847" baseline="-9259" dirty="0"/>
              <a:t> 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3590" dirty="0">
                <a:solidFill>
                  <a:srgbClr val="FF0000"/>
                </a:solidFill>
              </a:rPr>
              <a:t>N</a:t>
            </a:r>
            <a:r>
              <a:rPr sz="9000" spc="442" baseline="-9259" dirty="0"/>
              <a:t>N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2230" dirty="0">
                <a:solidFill>
                  <a:srgbClr val="FF0000"/>
                </a:solidFill>
              </a:rPr>
              <a:t>L</a:t>
            </a:r>
            <a:r>
              <a:rPr sz="9000" spc="-67" baseline="-9259" dirty="0"/>
              <a:t>L</a:t>
            </a:r>
            <a:r>
              <a:rPr sz="6000" spc="-2630" dirty="0">
                <a:solidFill>
                  <a:srgbClr val="FF0000"/>
                </a:solidFill>
              </a:rPr>
              <a:t>Y</a:t>
            </a:r>
            <a:r>
              <a:rPr sz="9000" spc="292" baseline="-9259" dirty="0"/>
              <a:t>Y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42" baseline="-9259" dirty="0"/>
              <a:t>S</a:t>
            </a:r>
            <a:r>
              <a:rPr sz="6000" spc="-1225" dirty="0">
                <a:solidFill>
                  <a:srgbClr val="FF0000"/>
                </a:solidFill>
              </a:rPr>
              <a:t>I</a:t>
            </a:r>
            <a:r>
              <a:rPr sz="9000" spc="442" baseline="-9259" dirty="0"/>
              <a:t>I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50" baseline="-9259" dirty="0"/>
              <a:t>S</a:t>
            </a:r>
            <a:endParaRPr sz="9000" baseline="-9259" dirty="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D98F12FB-E870-0E6F-DA23-FA2A72C687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294" y="38101"/>
            <a:ext cx="1638299" cy="1600199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CAC4B3B2-0DCD-198A-7A55-05FC0CF5061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48651" y="-19049"/>
            <a:ext cx="1962149" cy="1962149"/>
          </a:xfrm>
          <a:prstGeom prst="rect">
            <a:avLst/>
          </a:prstGeom>
        </p:spPr>
      </p:pic>
      <p:grpSp>
        <p:nvGrpSpPr>
          <p:cNvPr id="13" name="object 13">
            <a:extLst>
              <a:ext uri="{FF2B5EF4-FFF2-40B4-BE49-F238E27FC236}">
                <a16:creationId xmlns:a16="http://schemas.microsoft.com/office/drawing/2014/main" id="{45BBE9D5-40CB-0BB0-FBAE-5628836B2069}"/>
              </a:ext>
            </a:extLst>
          </p:cNvPr>
          <p:cNvGrpSpPr/>
          <p:nvPr/>
        </p:nvGrpSpPr>
        <p:grpSpPr>
          <a:xfrm>
            <a:off x="0" y="6726600"/>
            <a:ext cx="18288000" cy="3527425"/>
            <a:chOff x="0" y="6726600"/>
            <a:chExt cx="18288000" cy="352742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9F65B117-769A-7173-0345-2D603E918F7E}"/>
                </a:ext>
              </a:extLst>
            </p:cNvPr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01219C0C-3869-60DA-6EE7-BA31DBF371A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2615" y="7722839"/>
              <a:ext cx="5410189" cy="2514600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21395E5-9009-C1D2-1FEB-888080C5AFD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" y="6726600"/>
              <a:ext cx="3266170" cy="3419570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20787F81-61BA-4394-31B9-083B7FA53A2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30349" y="7475385"/>
              <a:ext cx="2854664" cy="276198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77FA045-5CF2-DBD7-3982-974C0F4A2B62}"/>
              </a:ext>
            </a:extLst>
          </p:cNvPr>
          <p:cNvSpPr txBox="1"/>
          <p:nvPr/>
        </p:nvSpPr>
        <p:spPr>
          <a:xfrm>
            <a:off x="3914276" y="2849091"/>
            <a:ext cx="143737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4D90B-6531-6AA4-00FE-40CF4F5E07C0}"/>
              </a:ext>
            </a:extLst>
          </p:cNvPr>
          <p:cNvSpPr txBox="1"/>
          <p:nvPr/>
        </p:nvSpPr>
        <p:spPr>
          <a:xfrm>
            <a:off x="0" y="1593263"/>
            <a:ext cx="4594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sz="28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7D4338-4C2D-4003-F559-70FE2204045E}"/>
              </a:ext>
            </a:extLst>
          </p:cNvPr>
          <p:cNvSpPr txBox="1"/>
          <p:nvPr/>
        </p:nvSpPr>
        <p:spPr>
          <a:xfrm>
            <a:off x="5550516" y="7760568"/>
            <a:ext cx="104594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">
            <a:extLst>
              <a:ext uri="{FF2B5EF4-FFF2-40B4-BE49-F238E27FC236}">
                <a16:creationId xmlns:a16="http://schemas.microsoft.com/office/drawing/2014/main" id="{10E106DD-AA06-B144-A864-10C5D572D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969" y="2154212"/>
            <a:ext cx="16623506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manual tracking does not have centralized data, whereas our system stores all data in one centralized place.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Updates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do not provide real-time updates, while our system gives instant and live updates.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 Tracking Method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traditional tracking, tasks are managed manually, but in our system, task tracking is fully automated.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have limited scalability, whereas our system is highly scalable and can handle growth easily.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you want, I can also format this for exam answers or presentations.</a:t>
            </a:r>
          </a:p>
        </p:txBody>
      </p:sp>
    </p:spTree>
    <p:extLst>
      <p:ext uri="{BB962C8B-B14F-4D97-AF65-F5344CB8AC3E}">
        <p14:creationId xmlns:p14="http://schemas.microsoft.com/office/powerpoint/2010/main" val="2126196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83327" y="952500"/>
            <a:ext cx="11688445" cy="164465"/>
            <a:chOff x="3383327" y="2380012"/>
            <a:chExt cx="11688445" cy="164465"/>
          </a:xfrm>
        </p:grpSpPr>
        <p:sp>
          <p:nvSpPr>
            <p:cNvPr id="3" name="object 3"/>
            <p:cNvSpPr/>
            <p:nvPr/>
          </p:nvSpPr>
          <p:spPr>
            <a:xfrm>
              <a:off x="3392895" y="2397864"/>
              <a:ext cx="11668760" cy="128270"/>
            </a:xfrm>
            <a:custGeom>
              <a:avLst/>
              <a:gdLst/>
              <a:ahLst/>
              <a:cxnLst/>
              <a:rect l="l" t="t" r="r" b="b"/>
              <a:pathLst>
                <a:path w="11668760" h="128269">
                  <a:moveTo>
                    <a:pt x="11668724" y="128182"/>
                  </a:moveTo>
                  <a:lnTo>
                    <a:pt x="0" y="128182"/>
                  </a:lnTo>
                  <a:lnTo>
                    <a:pt x="0" y="0"/>
                  </a:lnTo>
                  <a:lnTo>
                    <a:pt x="11668724" y="0"/>
                  </a:lnTo>
                  <a:lnTo>
                    <a:pt x="11668724" y="128182"/>
                  </a:lnTo>
                  <a:close/>
                </a:path>
              </a:pathLst>
            </a:custGeom>
            <a:solidFill>
              <a:srgbClr val="F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83327" y="2380012"/>
              <a:ext cx="11688445" cy="164465"/>
            </a:xfrm>
            <a:custGeom>
              <a:avLst/>
              <a:gdLst/>
              <a:ahLst/>
              <a:cxnLst/>
              <a:rect l="l" t="t" r="r" b="b"/>
              <a:pathLst>
                <a:path w="11688444" h="164464">
                  <a:moveTo>
                    <a:pt x="11683555" y="163906"/>
                  </a:moveTo>
                  <a:lnTo>
                    <a:pt x="4305" y="163906"/>
                  </a:lnTo>
                  <a:lnTo>
                    <a:pt x="0" y="155854"/>
                  </a:lnTo>
                  <a:lnTo>
                    <a:pt x="0" y="8033"/>
                  </a:lnTo>
                  <a:lnTo>
                    <a:pt x="4305" y="0"/>
                  </a:lnTo>
                  <a:lnTo>
                    <a:pt x="11683555" y="0"/>
                  </a:lnTo>
                  <a:lnTo>
                    <a:pt x="11687921" y="8033"/>
                  </a:lnTo>
                  <a:lnTo>
                    <a:pt x="11687921" y="17852"/>
                  </a:lnTo>
                  <a:lnTo>
                    <a:pt x="9568" y="17852"/>
                  </a:lnTo>
                  <a:lnTo>
                    <a:pt x="9568" y="35705"/>
                  </a:lnTo>
                  <a:lnTo>
                    <a:pt x="19136" y="35705"/>
                  </a:lnTo>
                  <a:lnTo>
                    <a:pt x="19136" y="128182"/>
                  </a:lnTo>
                  <a:lnTo>
                    <a:pt x="9568" y="128182"/>
                  </a:lnTo>
                  <a:lnTo>
                    <a:pt x="9568" y="146035"/>
                  </a:lnTo>
                  <a:lnTo>
                    <a:pt x="11687921" y="146035"/>
                  </a:lnTo>
                  <a:lnTo>
                    <a:pt x="11687921" y="155854"/>
                  </a:lnTo>
                  <a:lnTo>
                    <a:pt x="11683555" y="163906"/>
                  </a:lnTo>
                  <a:close/>
                </a:path>
                <a:path w="11688444" h="164464">
                  <a:moveTo>
                    <a:pt x="19136" y="35705"/>
                  </a:moveTo>
                  <a:lnTo>
                    <a:pt x="9568" y="35705"/>
                  </a:lnTo>
                  <a:lnTo>
                    <a:pt x="9568" y="17852"/>
                  </a:lnTo>
                  <a:lnTo>
                    <a:pt x="19136" y="17852"/>
                  </a:lnTo>
                  <a:lnTo>
                    <a:pt x="19136" y="35705"/>
                  </a:lnTo>
                  <a:close/>
                </a:path>
                <a:path w="11688444" h="164464">
                  <a:moveTo>
                    <a:pt x="11668724" y="35705"/>
                  </a:moveTo>
                  <a:lnTo>
                    <a:pt x="19136" y="35705"/>
                  </a:lnTo>
                  <a:lnTo>
                    <a:pt x="19136" y="17852"/>
                  </a:lnTo>
                  <a:lnTo>
                    <a:pt x="11668724" y="17852"/>
                  </a:lnTo>
                  <a:lnTo>
                    <a:pt x="11668724" y="35705"/>
                  </a:lnTo>
                  <a:close/>
                </a:path>
                <a:path w="11688444" h="164464">
                  <a:moveTo>
                    <a:pt x="11678293" y="146035"/>
                  </a:moveTo>
                  <a:lnTo>
                    <a:pt x="11668724" y="146035"/>
                  </a:lnTo>
                  <a:lnTo>
                    <a:pt x="11668724" y="17852"/>
                  </a:lnTo>
                  <a:lnTo>
                    <a:pt x="11678293" y="17852"/>
                  </a:lnTo>
                  <a:lnTo>
                    <a:pt x="11678293" y="35705"/>
                  </a:lnTo>
                  <a:lnTo>
                    <a:pt x="11687921" y="35705"/>
                  </a:lnTo>
                  <a:lnTo>
                    <a:pt x="11687921" y="128182"/>
                  </a:lnTo>
                  <a:lnTo>
                    <a:pt x="11678293" y="128182"/>
                  </a:lnTo>
                  <a:lnTo>
                    <a:pt x="11678293" y="146035"/>
                  </a:lnTo>
                  <a:close/>
                </a:path>
                <a:path w="11688444" h="164464">
                  <a:moveTo>
                    <a:pt x="11687861" y="35705"/>
                  </a:moveTo>
                  <a:lnTo>
                    <a:pt x="11678293" y="35705"/>
                  </a:lnTo>
                  <a:lnTo>
                    <a:pt x="11678293" y="17852"/>
                  </a:lnTo>
                  <a:lnTo>
                    <a:pt x="11687861" y="17852"/>
                  </a:lnTo>
                  <a:lnTo>
                    <a:pt x="11687861" y="35705"/>
                  </a:lnTo>
                  <a:close/>
                </a:path>
                <a:path w="11688444" h="164464">
                  <a:moveTo>
                    <a:pt x="19136" y="146035"/>
                  </a:moveTo>
                  <a:lnTo>
                    <a:pt x="9568" y="146035"/>
                  </a:lnTo>
                  <a:lnTo>
                    <a:pt x="9568" y="128182"/>
                  </a:lnTo>
                  <a:lnTo>
                    <a:pt x="19136" y="128182"/>
                  </a:lnTo>
                  <a:lnTo>
                    <a:pt x="19136" y="146035"/>
                  </a:lnTo>
                  <a:close/>
                </a:path>
                <a:path w="11688444" h="164464">
                  <a:moveTo>
                    <a:pt x="11668724" y="146035"/>
                  </a:moveTo>
                  <a:lnTo>
                    <a:pt x="19136" y="146035"/>
                  </a:lnTo>
                  <a:lnTo>
                    <a:pt x="19136" y="128182"/>
                  </a:lnTo>
                  <a:lnTo>
                    <a:pt x="11668724" y="128182"/>
                  </a:lnTo>
                  <a:lnTo>
                    <a:pt x="11668724" y="146035"/>
                  </a:lnTo>
                  <a:close/>
                </a:path>
                <a:path w="11688444" h="164464">
                  <a:moveTo>
                    <a:pt x="11687861" y="146035"/>
                  </a:moveTo>
                  <a:lnTo>
                    <a:pt x="11678293" y="146035"/>
                  </a:lnTo>
                  <a:lnTo>
                    <a:pt x="11678293" y="128182"/>
                  </a:lnTo>
                  <a:lnTo>
                    <a:pt x="11687861" y="128182"/>
                  </a:lnTo>
                  <a:lnTo>
                    <a:pt x="11687861" y="14603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3383327" y="27305"/>
            <a:ext cx="11635105" cy="163195"/>
            <a:chOff x="3383327" y="1028700"/>
            <a:chExt cx="11635105" cy="163195"/>
          </a:xfrm>
        </p:grpSpPr>
        <p:sp>
          <p:nvSpPr>
            <p:cNvPr id="6" name="object 6"/>
            <p:cNvSpPr/>
            <p:nvPr/>
          </p:nvSpPr>
          <p:spPr>
            <a:xfrm>
              <a:off x="3392852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2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2" y="0"/>
                  </a:lnTo>
                  <a:lnTo>
                    <a:pt x="11615832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83327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5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5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5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1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1" y="17771"/>
                  </a:lnTo>
                  <a:lnTo>
                    <a:pt x="11615831" y="35543"/>
                  </a:lnTo>
                  <a:close/>
                </a:path>
                <a:path w="11635105" h="163194">
                  <a:moveTo>
                    <a:pt x="11625358" y="145373"/>
                  </a:moveTo>
                  <a:lnTo>
                    <a:pt x="11615831" y="145373"/>
                  </a:lnTo>
                  <a:lnTo>
                    <a:pt x="11615831" y="17771"/>
                  </a:lnTo>
                  <a:lnTo>
                    <a:pt x="11625358" y="17771"/>
                  </a:lnTo>
                  <a:lnTo>
                    <a:pt x="11625358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8" y="127601"/>
                  </a:lnTo>
                  <a:lnTo>
                    <a:pt x="11625358" y="145373"/>
                  </a:lnTo>
                  <a:close/>
                </a:path>
                <a:path w="11635105" h="163194">
                  <a:moveTo>
                    <a:pt x="11634881" y="35543"/>
                  </a:moveTo>
                  <a:lnTo>
                    <a:pt x="11625358" y="35543"/>
                  </a:lnTo>
                  <a:lnTo>
                    <a:pt x="11625358" y="17771"/>
                  </a:lnTo>
                  <a:lnTo>
                    <a:pt x="11634881" y="17771"/>
                  </a:lnTo>
                  <a:lnTo>
                    <a:pt x="11634881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1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1" y="127601"/>
                  </a:lnTo>
                  <a:lnTo>
                    <a:pt x="11615831" y="145373"/>
                  </a:lnTo>
                  <a:close/>
                </a:path>
                <a:path w="11635105" h="163194">
                  <a:moveTo>
                    <a:pt x="11634881" y="145373"/>
                  </a:moveTo>
                  <a:lnTo>
                    <a:pt x="11625358" y="145373"/>
                  </a:lnTo>
                  <a:lnTo>
                    <a:pt x="11625358" y="127601"/>
                  </a:lnTo>
                  <a:lnTo>
                    <a:pt x="11634881" y="127601"/>
                  </a:lnTo>
                  <a:lnTo>
                    <a:pt x="11634881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294" y="38100"/>
            <a:ext cx="1638299" cy="1600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8651" y="-19049"/>
            <a:ext cx="1962149" cy="196214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7390234"/>
            <a:ext cx="18288000" cy="2864361"/>
            <a:chOff x="0" y="7390234"/>
            <a:chExt cx="18288000" cy="2864361"/>
          </a:xfrm>
        </p:grpSpPr>
        <p:sp>
          <p:nvSpPr>
            <p:cNvPr id="11" name="object 11"/>
            <p:cNvSpPr/>
            <p:nvPr/>
          </p:nvSpPr>
          <p:spPr>
            <a:xfrm>
              <a:off x="1637296" y="7390234"/>
              <a:ext cx="1747520" cy="2657475"/>
            </a:xfrm>
            <a:custGeom>
              <a:avLst/>
              <a:gdLst/>
              <a:ahLst/>
              <a:cxnLst/>
              <a:rect l="l" t="t" r="r" b="b"/>
              <a:pathLst>
                <a:path w="1747520" h="2657475">
                  <a:moveTo>
                    <a:pt x="1669678" y="2657399"/>
                  </a:moveTo>
                  <a:lnTo>
                    <a:pt x="77216" y="2657399"/>
                  </a:lnTo>
                  <a:lnTo>
                    <a:pt x="87187" y="2651592"/>
                  </a:lnTo>
                  <a:lnTo>
                    <a:pt x="150665" y="2625745"/>
                  </a:lnTo>
                  <a:lnTo>
                    <a:pt x="193308" y="2619439"/>
                  </a:lnTo>
                  <a:lnTo>
                    <a:pt x="311341" y="2618405"/>
                  </a:lnTo>
                  <a:lnTo>
                    <a:pt x="791893" y="2615221"/>
                  </a:lnTo>
                  <a:lnTo>
                    <a:pt x="797612" y="2480623"/>
                  </a:lnTo>
                  <a:lnTo>
                    <a:pt x="766646" y="2493966"/>
                  </a:lnTo>
                  <a:lnTo>
                    <a:pt x="720514" y="2504284"/>
                  </a:lnTo>
                  <a:lnTo>
                    <a:pt x="676889" y="2509634"/>
                  </a:lnTo>
                  <a:lnTo>
                    <a:pt x="653443" y="2508076"/>
                  </a:lnTo>
                  <a:lnTo>
                    <a:pt x="649767" y="2500972"/>
                  </a:lnTo>
                  <a:lnTo>
                    <a:pt x="651382" y="2492703"/>
                  </a:lnTo>
                  <a:lnTo>
                    <a:pt x="654864" y="2485849"/>
                  </a:lnTo>
                  <a:lnTo>
                    <a:pt x="656786" y="2482991"/>
                  </a:lnTo>
                  <a:lnTo>
                    <a:pt x="637820" y="2484323"/>
                  </a:lnTo>
                  <a:lnTo>
                    <a:pt x="595026" y="2486543"/>
                  </a:lnTo>
                  <a:lnTo>
                    <a:pt x="549558" y="2486987"/>
                  </a:lnTo>
                  <a:lnTo>
                    <a:pt x="522570" y="2482991"/>
                  </a:lnTo>
                  <a:lnTo>
                    <a:pt x="514168" y="2475411"/>
                  </a:lnTo>
                  <a:lnTo>
                    <a:pt x="511336" y="2465695"/>
                  </a:lnTo>
                  <a:lnTo>
                    <a:pt x="515551" y="2452066"/>
                  </a:lnTo>
                  <a:lnTo>
                    <a:pt x="528289" y="2432748"/>
                  </a:lnTo>
                  <a:lnTo>
                    <a:pt x="483221" y="2442941"/>
                  </a:lnTo>
                  <a:lnTo>
                    <a:pt x="436300" y="2448528"/>
                  </a:lnTo>
                  <a:lnTo>
                    <a:pt x="396954" y="2449314"/>
                  </a:lnTo>
                  <a:lnTo>
                    <a:pt x="374614" y="2445105"/>
                  </a:lnTo>
                  <a:lnTo>
                    <a:pt x="368018" y="2436900"/>
                  </a:lnTo>
                  <a:lnTo>
                    <a:pt x="369981" y="2425413"/>
                  </a:lnTo>
                  <a:lnTo>
                    <a:pt x="381038" y="2410028"/>
                  </a:lnTo>
                  <a:lnTo>
                    <a:pt x="401724" y="2390127"/>
                  </a:lnTo>
                  <a:lnTo>
                    <a:pt x="369288" y="2410445"/>
                  </a:lnTo>
                  <a:lnTo>
                    <a:pt x="334644" y="2421695"/>
                  </a:lnTo>
                  <a:lnTo>
                    <a:pt x="300711" y="2427244"/>
                  </a:lnTo>
                  <a:lnTo>
                    <a:pt x="270406" y="2430455"/>
                  </a:lnTo>
                  <a:lnTo>
                    <a:pt x="239889" y="2434690"/>
                  </a:lnTo>
                  <a:lnTo>
                    <a:pt x="208098" y="2438585"/>
                  </a:lnTo>
                  <a:lnTo>
                    <a:pt x="182114" y="2438415"/>
                  </a:lnTo>
                  <a:lnTo>
                    <a:pt x="169020" y="2430455"/>
                  </a:lnTo>
                  <a:lnTo>
                    <a:pt x="171957" y="2414798"/>
                  </a:lnTo>
                  <a:lnTo>
                    <a:pt x="183996" y="2397378"/>
                  </a:lnTo>
                  <a:lnTo>
                    <a:pt x="197106" y="2383234"/>
                  </a:lnTo>
                  <a:lnTo>
                    <a:pt x="203261" y="2377400"/>
                  </a:lnTo>
                  <a:lnTo>
                    <a:pt x="138460" y="2366599"/>
                  </a:lnTo>
                  <a:lnTo>
                    <a:pt x="91664" y="2356614"/>
                  </a:lnTo>
                  <a:lnTo>
                    <a:pt x="45043" y="2335474"/>
                  </a:lnTo>
                  <a:lnTo>
                    <a:pt x="694" y="2299630"/>
                  </a:lnTo>
                  <a:lnTo>
                    <a:pt x="0" y="2286189"/>
                  </a:lnTo>
                  <a:lnTo>
                    <a:pt x="34359" y="2283499"/>
                  </a:lnTo>
                  <a:lnTo>
                    <a:pt x="85281" y="2285086"/>
                  </a:lnTo>
                  <a:lnTo>
                    <a:pt x="121707" y="2281650"/>
                  </a:lnTo>
                  <a:lnTo>
                    <a:pt x="143592" y="2276882"/>
                  </a:lnTo>
                  <a:lnTo>
                    <a:pt x="150897" y="2274472"/>
                  </a:lnTo>
                  <a:lnTo>
                    <a:pt x="149707" y="2271741"/>
                  </a:lnTo>
                  <a:lnTo>
                    <a:pt x="147842" y="2264779"/>
                  </a:lnTo>
                  <a:lnTo>
                    <a:pt x="147857" y="2255430"/>
                  </a:lnTo>
                  <a:lnTo>
                    <a:pt x="152308" y="2245540"/>
                  </a:lnTo>
                  <a:lnTo>
                    <a:pt x="163790" y="2239604"/>
                  </a:lnTo>
                  <a:lnTo>
                    <a:pt x="184451" y="2236179"/>
                  </a:lnTo>
                  <a:lnTo>
                    <a:pt x="216168" y="2228204"/>
                  </a:lnTo>
                  <a:lnTo>
                    <a:pt x="260824" y="2208616"/>
                  </a:lnTo>
                  <a:lnTo>
                    <a:pt x="305265" y="2176451"/>
                  </a:lnTo>
                  <a:lnTo>
                    <a:pt x="335759" y="2141761"/>
                  </a:lnTo>
                  <a:lnTo>
                    <a:pt x="358942" y="2102655"/>
                  </a:lnTo>
                  <a:lnTo>
                    <a:pt x="355941" y="2103353"/>
                  </a:lnTo>
                  <a:lnTo>
                    <a:pt x="346742" y="2106410"/>
                  </a:lnTo>
                  <a:lnTo>
                    <a:pt x="331054" y="2113268"/>
                  </a:lnTo>
                  <a:lnTo>
                    <a:pt x="308583" y="2125371"/>
                  </a:lnTo>
                  <a:lnTo>
                    <a:pt x="285214" y="2136205"/>
                  </a:lnTo>
                  <a:lnTo>
                    <a:pt x="266636" y="2140004"/>
                  </a:lnTo>
                  <a:lnTo>
                    <a:pt x="252264" y="2139336"/>
                  </a:lnTo>
                  <a:lnTo>
                    <a:pt x="241513" y="2136767"/>
                  </a:lnTo>
                  <a:lnTo>
                    <a:pt x="236592" y="2131326"/>
                  </a:lnTo>
                  <a:lnTo>
                    <a:pt x="236573" y="2122818"/>
                  </a:lnTo>
                  <a:lnTo>
                    <a:pt x="236165" y="2114977"/>
                  </a:lnTo>
                  <a:lnTo>
                    <a:pt x="230074" y="2111534"/>
                  </a:lnTo>
                  <a:lnTo>
                    <a:pt x="216491" y="2116188"/>
                  </a:lnTo>
                  <a:lnTo>
                    <a:pt x="198452" y="2126342"/>
                  </a:lnTo>
                  <a:lnTo>
                    <a:pt x="177933" y="2136289"/>
                  </a:lnTo>
                  <a:lnTo>
                    <a:pt x="156913" y="2140318"/>
                  </a:lnTo>
                  <a:lnTo>
                    <a:pt x="140130" y="2139496"/>
                  </a:lnTo>
                  <a:lnTo>
                    <a:pt x="129440" y="2138126"/>
                  </a:lnTo>
                  <a:lnTo>
                    <a:pt x="122497" y="2135355"/>
                  </a:lnTo>
                  <a:lnTo>
                    <a:pt x="116953" y="2130329"/>
                  </a:lnTo>
                  <a:lnTo>
                    <a:pt x="109503" y="2124511"/>
                  </a:lnTo>
                  <a:lnTo>
                    <a:pt x="99470" y="2119415"/>
                  </a:lnTo>
                  <a:lnTo>
                    <a:pt x="88449" y="2114263"/>
                  </a:lnTo>
                  <a:lnTo>
                    <a:pt x="78033" y="2108278"/>
                  </a:lnTo>
                  <a:lnTo>
                    <a:pt x="69507" y="2098495"/>
                  </a:lnTo>
                  <a:lnTo>
                    <a:pt x="65536" y="2086450"/>
                  </a:lnTo>
                  <a:lnTo>
                    <a:pt x="69781" y="2078123"/>
                  </a:lnTo>
                  <a:lnTo>
                    <a:pt x="85906" y="2079494"/>
                  </a:lnTo>
                  <a:lnTo>
                    <a:pt x="109814" y="2080308"/>
                  </a:lnTo>
                  <a:lnTo>
                    <a:pt x="135624" y="2069745"/>
                  </a:lnTo>
                  <a:lnTo>
                    <a:pt x="164316" y="2052939"/>
                  </a:lnTo>
                  <a:lnTo>
                    <a:pt x="196873" y="2035023"/>
                  </a:lnTo>
                  <a:lnTo>
                    <a:pt x="226740" y="2017305"/>
                  </a:lnTo>
                  <a:lnTo>
                    <a:pt x="247185" y="2000115"/>
                  </a:lnTo>
                  <a:lnTo>
                    <a:pt x="258927" y="1987115"/>
                  </a:lnTo>
                  <a:lnTo>
                    <a:pt x="262681" y="1981968"/>
                  </a:lnTo>
                  <a:lnTo>
                    <a:pt x="258039" y="1981872"/>
                  </a:lnTo>
                  <a:lnTo>
                    <a:pt x="245542" y="1981200"/>
                  </a:lnTo>
                  <a:lnTo>
                    <a:pt x="205563" y="1975826"/>
                  </a:lnTo>
                  <a:lnTo>
                    <a:pt x="174552" y="1941779"/>
                  </a:lnTo>
                  <a:lnTo>
                    <a:pt x="186029" y="1934611"/>
                  </a:lnTo>
                  <a:lnTo>
                    <a:pt x="207612" y="1928340"/>
                  </a:lnTo>
                  <a:lnTo>
                    <a:pt x="234410" y="1916019"/>
                  </a:lnTo>
                  <a:lnTo>
                    <a:pt x="264147" y="1898899"/>
                  </a:lnTo>
                  <a:lnTo>
                    <a:pt x="294545" y="1878226"/>
                  </a:lnTo>
                  <a:lnTo>
                    <a:pt x="325810" y="1855256"/>
                  </a:lnTo>
                  <a:lnTo>
                    <a:pt x="359109" y="1831045"/>
                  </a:lnTo>
                  <a:lnTo>
                    <a:pt x="393605" y="1806542"/>
                  </a:lnTo>
                  <a:lnTo>
                    <a:pt x="428464" y="1782698"/>
                  </a:lnTo>
                  <a:lnTo>
                    <a:pt x="395440" y="1782174"/>
                  </a:lnTo>
                  <a:lnTo>
                    <a:pt x="366713" y="1785723"/>
                  </a:lnTo>
                  <a:lnTo>
                    <a:pt x="343348" y="1792198"/>
                  </a:lnTo>
                  <a:lnTo>
                    <a:pt x="326409" y="1800457"/>
                  </a:lnTo>
                  <a:lnTo>
                    <a:pt x="313682" y="1807186"/>
                  </a:lnTo>
                  <a:lnTo>
                    <a:pt x="301351" y="1809392"/>
                  </a:lnTo>
                  <a:lnTo>
                    <a:pt x="288087" y="1806409"/>
                  </a:lnTo>
                  <a:lnTo>
                    <a:pt x="272560" y="1797571"/>
                  </a:lnTo>
                  <a:lnTo>
                    <a:pt x="243400" y="1794249"/>
                  </a:lnTo>
                  <a:lnTo>
                    <a:pt x="224559" y="1785316"/>
                  </a:lnTo>
                  <a:lnTo>
                    <a:pt x="214548" y="1773982"/>
                  </a:lnTo>
                  <a:lnTo>
                    <a:pt x="211877" y="1763459"/>
                  </a:lnTo>
                  <a:lnTo>
                    <a:pt x="215609" y="1755931"/>
                  </a:lnTo>
                  <a:lnTo>
                    <a:pt x="223909" y="1751130"/>
                  </a:lnTo>
                  <a:lnTo>
                    <a:pt x="233937" y="1748590"/>
                  </a:lnTo>
                  <a:lnTo>
                    <a:pt x="242850" y="1747846"/>
                  </a:lnTo>
                  <a:lnTo>
                    <a:pt x="251354" y="1746119"/>
                  </a:lnTo>
                  <a:lnTo>
                    <a:pt x="262254" y="1741464"/>
                  </a:lnTo>
                  <a:lnTo>
                    <a:pt x="292465" y="1726535"/>
                  </a:lnTo>
                  <a:lnTo>
                    <a:pt x="309038" y="1710594"/>
                  </a:lnTo>
                  <a:lnTo>
                    <a:pt x="328842" y="1693126"/>
                  </a:lnTo>
                  <a:lnTo>
                    <a:pt x="352406" y="1673259"/>
                  </a:lnTo>
                  <a:lnTo>
                    <a:pt x="353675" y="1666647"/>
                  </a:lnTo>
                  <a:lnTo>
                    <a:pt x="358051" y="1649996"/>
                  </a:lnTo>
                  <a:lnTo>
                    <a:pt x="366381" y="1628088"/>
                  </a:lnTo>
                  <a:lnTo>
                    <a:pt x="379516" y="1605701"/>
                  </a:lnTo>
                  <a:lnTo>
                    <a:pt x="396339" y="1589675"/>
                  </a:lnTo>
                  <a:lnTo>
                    <a:pt x="414388" y="1579497"/>
                  </a:lnTo>
                  <a:lnTo>
                    <a:pt x="432493" y="1568917"/>
                  </a:lnTo>
                  <a:lnTo>
                    <a:pt x="449483" y="1551684"/>
                  </a:lnTo>
                  <a:lnTo>
                    <a:pt x="430337" y="1559511"/>
                  </a:lnTo>
                  <a:lnTo>
                    <a:pt x="407332" y="1559417"/>
                  </a:lnTo>
                  <a:lnTo>
                    <a:pt x="388004" y="1555992"/>
                  </a:lnTo>
                  <a:lnTo>
                    <a:pt x="379888" y="1553830"/>
                  </a:lnTo>
                  <a:lnTo>
                    <a:pt x="373379" y="1557875"/>
                  </a:lnTo>
                  <a:lnTo>
                    <a:pt x="356732" y="1566992"/>
                  </a:lnTo>
                  <a:lnTo>
                    <a:pt x="334264" y="1576650"/>
                  </a:lnTo>
                  <a:lnTo>
                    <a:pt x="310292" y="1582318"/>
                  </a:lnTo>
                  <a:lnTo>
                    <a:pt x="288518" y="1583286"/>
                  </a:lnTo>
                  <a:lnTo>
                    <a:pt x="270192" y="1581403"/>
                  </a:lnTo>
                  <a:lnTo>
                    <a:pt x="255946" y="1575981"/>
                  </a:lnTo>
                  <a:lnTo>
                    <a:pt x="246415" y="1566335"/>
                  </a:lnTo>
                  <a:lnTo>
                    <a:pt x="242818" y="1555668"/>
                  </a:lnTo>
                  <a:lnTo>
                    <a:pt x="245217" y="1547596"/>
                  </a:lnTo>
                  <a:lnTo>
                    <a:pt x="252504" y="1542049"/>
                  </a:lnTo>
                  <a:lnTo>
                    <a:pt x="263572" y="1538957"/>
                  </a:lnTo>
                  <a:lnTo>
                    <a:pt x="268037" y="1532946"/>
                  </a:lnTo>
                  <a:lnTo>
                    <a:pt x="276394" y="1528551"/>
                  </a:lnTo>
                  <a:lnTo>
                    <a:pt x="287439" y="1523754"/>
                  </a:lnTo>
                  <a:lnTo>
                    <a:pt x="299967" y="1516536"/>
                  </a:lnTo>
                  <a:lnTo>
                    <a:pt x="308223" y="1504669"/>
                  </a:lnTo>
                  <a:lnTo>
                    <a:pt x="319725" y="1494745"/>
                  </a:lnTo>
                  <a:lnTo>
                    <a:pt x="330613" y="1486818"/>
                  </a:lnTo>
                  <a:lnTo>
                    <a:pt x="337031" y="1480944"/>
                  </a:lnTo>
                  <a:lnTo>
                    <a:pt x="371259" y="1446575"/>
                  </a:lnTo>
                  <a:lnTo>
                    <a:pt x="410012" y="1424123"/>
                  </a:lnTo>
                  <a:lnTo>
                    <a:pt x="424945" y="1412166"/>
                  </a:lnTo>
                  <a:lnTo>
                    <a:pt x="434655" y="1402539"/>
                  </a:lnTo>
                  <a:lnTo>
                    <a:pt x="438119" y="1398588"/>
                  </a:lnTo>
                  <a:lnTo>
                    <a:pt x="430807" y="1401855"/>
                  </a:lnTo>
                  <a:lnTo>
                    <a:pt x="413544" y="1409077"/>
                  </a:lnTo>
                  <a:lnTo>
                    <a:pt x="393342" y="1416381"/>
                  </a:lnTo>
                  <a:lnTo>
                    <a:pt x="377214" y="1419898"/>
                  </a:lnTo>
                  <a:lnTo>
                    <a:pt x="366482" y="1420142"/>
                  </a:lnTo>
                  <a:lnTo>
                    <a:pt x="357261" y="1419464"/>
                  </a:lnTo>
                  <a:lnTo>
                    <a:pt x="348751" y="1416745"/>
                  </a:lnTo>
                  <a:lnTo>
                    <a:pt x="340150" y="1410871"/>
                  </a:lnTo>
                  <a:lnTo>
                    <a:pt x="330000" y="1409213"/>
                  </a:lnTo>
                  <a:lnTo>
                    <a:pt x="324070" y="1404711"/>
                  </a:lnTo>
                  <a:lnTo>
                    <a:pt x="321537" y="1398072"/>
                  </a:lnTo>
                  <a:lnTo>
                    <a:pt x="321581" y="1390004"/>
                  </a:lnTo>
                  <a:lnTo>
                    <a:pt x="324939" y="1384030"/>
                  </a:lnTo>
                  <a:lnTo>
                    <a:pt x="331339" y="1381393"/>
                  </a:lnTo>
                  <a:lnTo>
                    <a:pt x="338450" y="1379380"/>
                  </a:lnTo>
                  <a:lnTo>
                    <a:pt x="343938" y="1375279"/>
                  </a:lnTo>
                  <a:lnTo>
                    <a:pt x="350383" y="1370133"/>
                  </a:lnTo>
                  <a:lnTo>
                    <a:pt x="361347" y="1365354"/>
                  </a:lnTo>
                  <a:lnTo>
                    <a:pt x="375973" y="1358786"/>
                  </a:lnTo>
                  <a:lnTo>
                    <a:pt x="408448" y="1333060"/>
                  </a:lnTo>
                  <a:lnTo>
                    <a:pt x="422893" y="1298472"/>
                  </a:lnTo>
                  <a:lnTo>
                    <a:pt x="410374" y="1298383"/>
                  </a:lnTo>
                  <a:lnTo>
                    <a:pt x="382292" y="1297760"/>
                  </a:lnTo>
                  <a:lnTo>
                    <a:pt x="336288" y="1292774"/>
                  </a:lnTo>
                  <a:lnTo>
                    <a:pt x="329446" y="1274772"/>
                  </a:lnTo>
                  <a:lnTo>
                    <a:pt x="329603" y="1266210"/>
                  </a:lnTo>
                  <a:lnTo>
                    <a:pt x="330982" y="1257871"/>
                  </a:lnTo>
                  <a:lnTo>
                    <a:pt x="335007" y="1251503"/>
                  </a:lnTo>
                  <a:lnTo>
                    <a:pt x="342513" y="1247272"/>
                  </a:lnTo>
                  <a:lnTo>
                    <a:pt x="354337" y="1245343"/>
                  </a:lnTo>
                  <a:lnTo>
                    <a:pt x="364721" y="1243390"/>
                  </a:lnTo>
                  <a:lnTo>
                    <a:pt x="370065" y="1239433"/>
                  </a:lnTo>
                  <a:lnTo>
                    <a:pt x="374433" y="1234157"/>
                  </a:lnTo>
                  <a:lnTo>
                    <a:pt x="381893" y="1228250"/>
                  </a:lnTo>
                  <a:lnTo>
                    <a:pt x="390959" y="1223932"/>
                  </a:lnTo>
                  <a:lnTo>
                    <a:pt x="398326" y="1221230"/>
                  </a:lnTo>
                  <a:lnTo>
                    <a:pt x="405331" y="1217543"/>
                  </a:lnTo>
                  <a:lnTo>
                    <a:pt x="413311" y="1210269"/>
                  </a:lnTo>
                  <a:lnTo>
                    <a:pt x="422119" y="1201163"/>
                  </a:lnTo>
                  <a:lnTo>
                    <a:pt x="431017" y="1193472"/>
                  </a:lnTo>
                  <a:lnTo>
                    <a:pt x="440458" y="1186836"/>
                  </a:lnTo>
                  <a:lnTo>
                    <a:pt x="450895" y="1180893"/>
                  </a:lnTo>
                  <a:lnTo>
                    <a:pt x="461431" y="1174215"/>
                  </a:lnTo>
                  <a:lnTo>
                    <a:pt x="471237" y="1164928"/>
                  </a:lnTo>
                  <a:lnTo>
                    <a:pt x="480861" y="1152007"/>
                  </a:lnTo>
                  <a:lnTo>
                    <a:pt x="490855" y="1134424"/>
                  </a:lnTo>
                  <a:lnTo>
                    <a:pt x="483578" y="1128282"/>
                  </a:lnTo>
                  <a:lnTo>
                    <a:pt x="480605" y="1121697"/>
                  </a:lnTo>
                  <a:lnTo>
                    <a:pt x="480138" y="1116443"/>
                  </a:lnTo>
                  <a:lnTo>
                    <a:pt x="480382" y="1114297"/>
                  </a:lnTo>
                  <a:lnTo>
                    <a:pt x="441387" y="1114075"/>
                  </a:lnTo>
                  <a:lnTo>
                    <a:pt x="400907" y="1102236"/>
                  </a:lnTo>
                  <a:lnTo>
                    <a:pt x="395155" y="1090371"/>
                  </a:lnTo>
                  <a:lnTo>
                    <a:pt x="396274" y="1078520"/>
                  </a:lnTo>
                  <a:lnTo>
                    <a:pt x="402923" y="1069167"/>
                  </a:lnTo>
                  <a:lnTo>
                    <a:pt x="413757" y="1064794"/>
                  </a:lnTo>
                  <a:lnTo>
                    <a:pt x="426820" y="1063081"/>
                  </a:lnTo>
                  <a:lnTo>
                    <a:pt x="440552" y="1059189"/>
                  </a:lnTo>
                  <a:lnTo>
                    <a:pt x="454200" y="1051829"/>
                  </a:lnTo>
                  <a:lnTo>
                    <a:pt x="467012" y="1039710"/>
                  </a:lnTo>
                  <a:lnTo>
                    <a:pt x="479623" y="1026445"/>
                  </a:lnTo>
                  <a:lnTo>
                    <a:pt x="492582" y="1015670"/>
                  </a:lnTo>
                  <a:lnTo>
                    <a:pt x="505011" y="1006131"/>
                  </a:lnTo>
                  <a:lnTo>
                    <a:pt x="516034" y="996570"/>
                  </a:lnTo>
                  <a:lnTo>
                    <a:pt x="525964" y="989106"/>
                  </a:lnTo>
                  <a:lnTo>
                    <a:pt x="563278" y="960567"/>
                  </a:lnTo>
                  <a:lnTo>
                    <a:pt x="576940" y="933970"/>
                  </a:lnTo>
                  <a:lnTo>
                    <a:pt x="569785" y="937274"/>
                  </a:lnTo>
                  <a:lnTo>
                    <a:pt x="552902" y="944755"/>
                  </a:lnTo>
                  <a:lnTo>
                    <a:pt x="533165" y="952763"/>
                  </a:lnTo>
                  <a:lnTo>
                    <a:pt x="517445" y="957649"/>
                  </a:lnTo>
                  <a:lnTo>
                    <a:pt x="507784" y="959746"/>
                  </a:lnTo>
                  <a:lnTo>
                    <a:pt x="498700" y="962828"/>
                  </a:lnTo>
                  <a:lnTo>
                    <a:pt x="485787" y="968408"/>
                  </a:lnTo>
                  <a:lnTo>
                    <a:pt x="464636" y="977997"/>
                  </a:lnTo>
                  <a:lnTo>
                    <a:pt x="441640" y="986135"/>
                  </a:lnTo>
                  <a:lnTo>
                    <a:pt x="425455" y="987598"/>
                  </a:lnTo>
                  <a:lnTo>
                    <a:pt x="415064" y="984262"/>
                  </a:lnTo>
                  <a:lnTo>
                    <a:pt x="409449" y="977997"/>
                  </a:lnTo>
                  <a:lnTo>
                    <a:pt x="408380" y="970651"/>
                  </a:lnTo>
                  <a:lnTo>
                    <a:pt x="411594" y="962902"/>
                  </a:lnTo>
                  <a:lnTo>
                    <a:pt x="447023" y="928707"/>
                  </a:lnTo>
                  <a:lnTo>
                    <a:pt x="475628" y="911106"/>
                  </a:lnTo>
                  <a:lnTo>
                    <a:pt x="490818" y="901247"/>
                  </a:lnTo>
                  <a:lnTo>
                    <a:pt x="501495" y="889730"/>
                  </a:lnTo>
                  <a:lnTo>
                    <a:pt x="507799" y="880170"/>
                  </a:lnTo>
                  <a:lnTo>
                    <a:pt x="509869" y="876180"/>
                  </a:lnTo>
                  <a:lnTo>
                    <a:pt x="508271" y="875541"/>
                  </a:lnTo>
                  <a:lnTo>
                    <a:pt x="503547" y="874348"/>
                  </a:lnTo>
                  <a:lnTo>
                    <a:pt x="495800" y="873682"/>
                  </a:lnTo>
                  <a:lnTo>
                    <a:pt x="485136" y="874626"/>
                  </a:lnTo>
                  <a:lnTo>
                    <a:pt x="473213" y="876066"/>
                  </a:lnTo>
                  <a:lnTo>
                    <a:pt x="462342" y="875606"/>
                  </a:lnTo>
                  <a:lnTo>
                    <a:pt x="453602" y="872399"/>
                  </a:lnTo>
                  <a:lnTo>
                    <a:pt x="448072" y="865598"/>
                  </a:lnTo>
                  <a:lnTo>
                    <a:pt x="446743" y="857258"/>
                  </a:lnTo>
                  <a:lnTo>
                    <a:pt x="449920" y="849708"/>
                  </a:lnTo>
                  <a:lnTo>
                    <a:pt x="457650" y="842519"/>
                  </a:lnTo>
                  <a:lnTo>
                    <a:pt x="469983" y="835260"/>
                  </a:lnTo>
                  <a:lnTo>
                    <a:pt x="484921" y="826277"/>
                  </a:lnTo>
                  <a:lnTo>
                    <a:pt x="500241" y="815503"/>
                  </a:lnTo>
                  <a:lnTo>
                    <a:pt x="515659" y="804897"/>
                  </a:lnTo>
                  <a:lnTo>
                    <a:pt x="530889" y="796413"/>
                  </a:lnTo>
                  <a:lnTo>
                    <a:pt x="542408" y="789673"/>
                  </a:lnTo>
                  <a:lnTo>
                    <a:pt x="561629" y="771949"/>
                  </a:lnTo>
                  <a:lnTo>
                    <a:pt x="580876" y="758009"/>
                  </a:lnTo>
                  <a:lnTo>
                    <a:pt x="608666" y="734799"/>
                  </a:lnTo>
                  <a:lnTo>
                    <a:pt x="636852" y="705019"/>
                  </a:lnTo>
                  <a:lnTo>
                    <a:pt x="658702" y="679332"/>
                  </a:lnTo>
                  <a:lnTo>
                    <a:pt x="667481" y="668400"/>
                  </a:lnTo>
                  <a:lnTo>
                    <a:pt x="641337" y="679278"/>
                  </a:lnTo>
                  <a:lnTo>
                    <a:pt x="632194" y="681832"/>
                  </a:lnTo>
                  <a:lnTo>
                    <a:pt x="623845" y="681285"/>
                  </a:lnTo>
                  <a:lnTo>
                    <a:pt x="612822" y="679143"/>
                  </a:lnTo>
                  <a:lnTo>
                    <a:pt x="579245" y="674835"/>
                  </a:lnTo>
                  <a:lnTo>
                    <a:pt x="570589" y="671296"/>
                  </a:lnTo>
                  <a:lnTo>
                    <a:pt x="566390" y="664996"/>
                  </a:lnTo>
                  <a:lnTo>
                    <a:pt x="563347" y="654637"/>
                  </a:lnTo>
                  <a:lnTo>
                    <a:pt x="566439" y="641317"/>
                  </a:lnTo>
                  <a:lnTo>
                    <a:pt x="579837" y="627435"/>
                  </a:lnTo>
                  <a:lnTo>
                    <a:pt x="599027" y="613650"/>
                  </a:lnTo>
                  <a:lnTo>
                    <a:pt x="619500" y="600621"/>
                  </a:lnTo>
                  <a:lnTo>
                    <a:pt x="634859" y="588785"/>
                  </a:lnTo>
                  <a:lnTo>
                    <a:pt x="643945" y="577303"/>
                  </a:lnTo>
                  <a:lnTo>
                    <a:pt x="650093" y="564919"/>
                  </a:lnTo>
                  <a:lnTo>
                    <a:pt x="656637" y="550378"/>
                  </a:lnTo>
                  <a:lnTo>
                    <a:pt x="667174" y="536568"/>
                  </a:lnTo>
                  <a:lnTo>
                    <a:pt x="681714" y="523980"/>
                  </a:lnTo>
                  <a:lnTo>
                    <a:pt x="698219" y="507756"/>
                  </a:lnTo>
                  <a:lnTo>
                    <a:pt x="714646" y="483042"/>
                  </a:lnTo>
                  <a:lnTo>
                    <a:pt x="696624" y="488736"/>
                  </a:lnTo>
                  <a:lnTo>
                    <a:pt x="679653" y="488693"/>
                  </a:lnTo>
                  <a:lnTo>
                    <a:pt x="665900" y="482865"/>
                  </a:lnTo>
                  <a:lnTo>
                    <a:pt x="657529" y="471203"/>
                  </a:lnTo>
                  <a:lnTo>
                    <a:pt x="659102" y="454796"/>
                  </a:lnTo>
                  <a:lnTo>
                    <a:pt x="672792" y="433909"/>
                  </a:lnTo>
                  <a:lnTo>
                    <a:pt x="697178" y="407250"/>
                  </a:lnTo>
                  <a:lnTo>
                    <a:pt x="730838" y="373529"/>
                  </a:lnTo>
                  <a:lnTo>
                    <a:pt x="716524" y="378045"/>
                  </a:lnTo>
                  <a:lnTo>
                    <a:pt x="701834" y="376969"/>
                  </a:lnTo>
                  <a:lnTo>
                    <a:pt x="690709" y="369678"/>
                  </a:lnTo>
                  <a:lnTo>
                    <a:pt x="687090" y="355548"/>
                  </a:lnTo>
                  <a:lnTo>
                    <a:pt x="701813" y="337640"/>
                  </a:lnTo>
                  <a:lnTo>
                    <a:pt x="732677" y="318837"/>
                  </a:lnTo>
                  <a:lnTo>
                    <a:pt x="764069" y="298244"/>
                  </a:lnTo>
                  <a:lnTo>
                    <a:pt x="780380" y="274967"/>
                  </a:lnTo>
                  <a:lnTo>
                    <a:pt x="785154" y="255402"/>
                  </a:lnTo>
                  <a:lnTo>
                    <a:pt x="791447" y="242261"/>
                  </a:lnTo>
                  <a:lnTo>
                    <a:pt x="797906" y="229119"/>
                  </a:lnTo>
                  <a:lnTo>
                    <a:pt x="803182" y="209555"/>
                  </a:lnTo>
                  <a:lnTo>
                    <a:pt x="811657" y="187748"/>
                  </a:lnTo>
                  <a:lnTo>
                    <a:pt x="824796" y="168182"/>
                  </a:lnTo>
                  <a:lnTo>
                    <a:pt x="836878" y="144884"/>
                  </a:lnTo>
                  <a:lnTo>
                    <a:pt x="842177" y="111881"/>
                  </a:lnTo>
                  <a:lnTo>
                    <a:pt x="845075" y="71986"/>
                  </a:lnTo>
                  <a:lnTo>
                    <a:pt x="852492" y="36017"/>
                  </a:lnTo>
                  <a:lnTo>
                    <a:pt x="862513" y="10010"/>
                  </a:lnTo>
                  <a:lnTo>
                    <a:pt x="873224" y="0"/>
                  </a:lnTo>
                  <a:lnTo>
                    <a:pt x="883958" y="9998"/>
                  </a:lnTo>
                  <a:lnTo>
                    <a:pt x="894030" y="35980"/>
                  </a:lnTo>
                  <a:lnTo>
                    <a:pt x="901499" y="71923"/>
                  </a:lnTo>
                  <a:lnTo>
                    <a:pt x="904420" y="111806"/>
                  </a:lnTo>
                  <a:lnTo>
                    <a:pt x="909719" y="144809"/>
                  </a:lnTo>
                  <a:lnTo>
                    <a:pt x="921800" y="168108"/>
                  </a:lnTo>
                  <a:lnTo>
                    <a:pt x="934940" y="187674"/>
                  </a:lnTo>
                  <a:lnTo>
                    <a:pt x="943414" y="209480"/>
                  </a:lnTo>
                  <a:lnTo>
                    <a:pt x="948680" y="229056"/>
                  </a:lnTo>
                  <a:lnTo>
                    <a:pt x="961411" y="255359"/>
                  </a:lnTo>
                  <a:lnTo>
                    <a:pt x="966217" y="274892"/>
                  </a:lnTo>
                  <a:lnTo>
                    <a:pt x="982559" y="298138"/>
                  </a:lnTo>
                  <a:lnTo>
                    <a:pt x="1013948" y="318735"/>
                  </a:lnTo>
                  <a:lnTo>
                    <a:pt x="1044794" y="337555"/>
                  </a:lnTo>
                  <a:lnTo>
                    <a:pt x="1059507" y="355473"/>
                  </a:lnTo>
                  <a:lnTo>
                    <a:pt x="1055899" y="369604"/>
                  </a:lnTo>
                  <a:lnTo>
                    <a:pt x="1044791" y="376895"/>
                  </a:lnTo>
                  <a:lnTo>
                    <a:pt x="1030104" y="377970"/>
                  </a:lnTo>
                  <a:lnTo>
                    <a:pt x="1015759" y="373454"/>
                  </a:lnTo>
                  <a:lnTo>
                    <a:pt x="1049461" y="407175"/>
                  </a:lnTo>
                  <a:lnTo>
                    <a:pt x="1073860" y="433834"/>
                  </a:lnTo>
                  <a:lnTo>
                    <a:pt x="1087536" y="454722"/>
                  </a:lnTo>
                  <a:lnTo>
                    <a:pt x="1089068" y="471128"/>
                  </a:lnTo>
                  <a:lnTo>
                    <a:pt x="1080666" y="482791"/>
                  </a:lnTo>
                  <a:lnTo>
                    <a:pt x="1066916" y="488619"/>
                  </a:lnTo>
                  <a:lnTo>
                    <a:pt x="1049962" y="488662"/>
                  </a:lnTo>
                  <a:lnTo>
                    <a:pt x="1031951" y="482967"/>
                  </a:lnTo>
                  <a:lnTo>
                    <a:pt x="1048378" y="507692"/>
                  </a:lnTo>
                  <a:lnTo>
                    <a:pt x="1064882" y="523933"/>
                  </a:lnTo>
                  <a:lnTo>
                    <a:pt x="1079423" y="536525"/>
                  </a:lnTo>
                  <a:lnTo>
                    <a:pt x="1089959" y="550303"/>
                  </a:lnTo>
                  <a:lnTo>
                    <a:pt x="1111706" y="588700"/>
                  </a:lnTo>
                  <a:lnTo>
                    <a:pt x="1147601" y="613586"/>
                  </a:lnTo>
                  <a:lnTo>
                    <a:pt x="1166788" y="627388"/>
                  </a:lnTo>
                  <a:lnTo>
                    <a:pt x="1180168" y="641274"/>
                  </a:lnTo>
                  <a:lnTo>
                    <a:pt x="1183249" y="654563"/>
                  </a:lnTo>
                  <a:lnTo>
                    <a:pt x="1180206" y="664890"/>
                  </a:lnTo>
                  <a:lnTo>
                    <a:pt x="1176007" y="671193"/>
                  </a:lnTo>
                  <a:lnTo>
                    <a:pt x="1167352" y="674750"/>
                  </a:lnTo>
                  <a:lnTo>
                    <a:pt x="1133775" y="679068"/>
                  </a:lnTo>
                  <a:lnTo>
                    <a:pt x="1122752" y="681211"/>
                  </a:lnTo>
                  <a:lnTo>
                    <a:pt x="1114403" y="681757"/>
                  </a:lnTo>
                  <a:lnTo>
                    <a:pt x="1105260" y="679203"/>
                  </a:lnTo>
                  <a:lnTo>
                    <a:pt x="1095159" y="674913"/>
                  </a:lnTo>
                  <a:lnTo>
                    <a:pt x="1079115" y="668326"/>
                  </a:lnTo>
                  <a:lnTo>
                    <a:pt x="1109745" y="704945"/>
                  </a:lnTo>
                  <a:lnTo>
                    <a:pt x="1137931" y="734724"/>
                  </a:lnTo>
                  <a:lnTo>
                    <a:pt x="1184978" y="771875"/>
                  </a:lnTo>
                  <a:lnTo>
                    <a:pt x="1204220" y="789599"/>
                  </a:lnTo>
                  <a:lnTo>
                    <a:pt x="1215708" y="796338"/>
                  </a:lnTo>
                  <a:lnTo>
                    <a:pt x="1230906" y="804812"/>
                  </a:lnTo>
                  <a:lnTo>
                    <a:pt x="1246328" y="815401"/>
                  </a:lnTo>
                  <a:lnTo>
                    <a:pt x="1261665" y="826171"/>
                  </a:lnTo>
                  <a:lnTo>
                    <a:pt x="1276613" y="835186"/>
                  </a:lnTo>
                  <a:lnTo>
                    <a:pt x="1288946" y="842465"/>
                  </a:lnTo>
                  <a:lnTo>
                    <a:pt x="1296677" y="849633"/>
                  </a:lnTo>
                  <a:lnTo>
                    <a:pt x="1299853" y="857162"/>
                  </a:lnTo>
                  <a:lnTo>
                    <a:pt x="1298524" y="865524"/>
                  </a:lnTo>
                  <a:lnTo>
                    <a:pt x="1293005" y="872366"/>
                  </a:lnTo>
                  <a:lnTo>
                    <a:pt x="1284282" y="875587"/>
                  </a:lnTo>
                  <a:lnTo>
                    <a:pt x="1273415" y="876034"/>
                  </a:lnTo>
                  <a:lnTo>
                    <a:pt x="1261461" y="874551"/>
                  </a:lnTo>
                  <a:lnTo>
                    <a:pt x="1250765" y="873577"/>
                  </a:lnTo>
                  <a:lnTo>
                    <a:pt x="1243022" y="874246"/>
                  </a:lnTo>
                  <a:lnTo>
                    <a:pt x="1238315" y="875457"/>
                  </a:lnTo>
                  <a:lnTo>
                    <a:pt x="1236727" y="876105"/>
                  </a:lnTo>
                  <a:lnTo>
                    <a:pt x="1238798" y="880085"/>
                  </a:lnTo>
                  <a:lnTo>
                    <a:pt x="1245102" y="889628"/>
                  </a:lnTo>
                  <a:lnTo>
                    <a:pt x="1255779" y="901141"/>
                  </a:lnTo>
                  <a:lnTo>
                    <a:pt x="1270968" y="911031"/>
                  </a:lnTo>
                  <a:lnTo>
                    <a:pt x="1286723" y="919485"/>
                  </a:lnTo>
                  <a:lnTo>
                    <a:pt x="1299574" y="928661"/>
                  </a:lnTo>
                  <a:lnTo>
                    <a:pt x="1328572" y="954802"/>
                  </a:lnTo>
                  <a:lnTo>
                    <a:pt x="1338216" y="970577"/>
                  </a:lnTo>
                  <a:lnTo>
                    <a:pt x="1337148" y="977923"/>
                  </a:lnTo>
                  <a:lnTo>
                    <a:pt x="1331533" y="984187"/>
                  </a:lnTo>
                  <a:lnTo>
                    <a:pt x="1321141" y="987524"/>
                  </a:lnTo>
                  <a:lnTo>
                    <a:pt x="1304956" y="986060"/>
                  </a:lnTo>
                  <a:lnTo>
                    <a:pt x="1281961" y="977923"/>
                  </a:lnTo>
                  <a:lnTo>
                    <a:pt x="1260810" y="968334"/>
                  </a:lnTo>
                  <a:lnTo>
                    <a:pt x="1247897" y="962754"/>
                  </a:lnTo>
                  <a:lnTo>
                    <a:pt x="1238813" y="959672"/>
                  </a:lnTo>
                  <a:lnTo>
                    <a:pt x="1229151" y="957574"/>
                  </a:lnTo>
                  <a:lnTo>
                    <a:pt x="1213432" y="952688"/>
                  </a:lnTo>
                  <a:lnTo>
                    <a:pt x="1193694" y="944681"/>
                  </a:lnTo>
                  <a:lnTo>
                    <a:pt x="1176812" y="937200"/>
                  </a:lnTo>
                  <a:lnTo>
                    <a:pt x="1169657" y="933896"/>
                  </a:lnTo>
                  <a:lnTo>
                    <a:pt x="1171406" y="937961"/>
                  </a:lnTo>
                  <a:lnTo>
                    <a:pt x="1192014" y="972299"/>
                  </a:lnTo>
                  <a:lnTo>
                    <a:pt x="1220675" y="989032"/>
                  </a:lnTo>
                  <a:lnTo>
                    <a:pt x="1230563" y="996496"/>
                  </a:lnTo>
                  <a:lnTo>
                    <a:pt x="1241554" y="1006067"/>
                  </a:lnTo>
                  <a:lnTo>
                    <a:pt x="1253987" y="1015624"/>
                  </a:lnTo>
                  <a:lnTo>
                    <a:pt x="1266963" y="1026402"/>
                  </a:lnTo>
                  <a:lnTo>
                    <a:pt x="1306045" y="1059087"/>
                  </a:lnTo>
                  <a:lnTo>
                    <a:pt x="1332840" y="1064720"/>
                  </a:lnTo>
                  <a:lnTo>
                    <a:pt x="1343684" y="1069093"/>
                  </a:lnTo>
                  <a:lnTo>
                    <a:pt x="1350350" y="1078446"/>
                  </a:lnTo>
                  <a:lnTo>
                    <a:pt x="1351473" y="1090297"/>
                  </a:lnTo>
                  <a:lnTo>
                    <a:pt x="1345689" y="1102162"/>
                  </a:lnTo>
                  <a:lnTo>
                    <a:pt x="1335583" y="1110224"/>
                  </a:lnTo>
                  <a:lnTo>
                    <a:pt x="1325059" y="1113603"/>
                  </a:lnTo>
                  <a:lnTo>
                    <a:pt x="1314730" y="1114222"/>
                  </a:lnTo>
                  <a:lnTo>
                    <a:pt x="1305209" y="1114001"/>
                  </a:lnTo>
                  <a:lnTo>
                    <a:pt x="1266215" y="1114223"/>
                  </a:lnTo>
                  <a:lnTo>
                    <a:pt x="1266448" y="1116369"/>
                  </a:lnTo>
                  <a:lnTo>
                    <a:pt x="1265964" y="1121622"/>
                  </a:lnTo>
                  <a:lnTo>
                    <a:pt x="1262987" y="1128208"/>
                  </a:lnTo>
                  <a:lnTo>
                    <a:pt x="1255742" y="1134350"/>
                  </a:lnTo>
                  <a:lnTo>
                    <a:pt x="1265735" y="1151943"/>
                  </a:lnTo>
                  <a:lnTo>
                    <a:pt x="1275360" y="1164882"/>
                  </a:lnTo>
                  <a:lnTo>
                    <a:pt x="1285165" y="1174172"/>
                  </a:lnTo>
                  <a:lnTo>
                    <a:pt x="1295702" y="1180819"/>
                  </a:lnTo>
                  <a:lnTo>
                    <a:pt x="1306139" y="1186730"/>
                  </a:lnTo>
                  <a:lnTo>
                    <a:pt x="1315580" y="1193370"/>
                  </a:lnTo>
                  <a:lnTo>
                    <a:pt x="1324478" y="1201078"/>
                  </a:lnTo>
                  <a:lnTo>
                    <a:pt x="1333285" y="1210195"/>
                  </a:lnTo>
                  <a:lnTo>
                    <a:pt x="1341276" y="1217458"/>
                  </a:lnTo>
                  <a:lnTo>
                    <a:pt x="1348298" y="1221128"/>
                  </a:lnTo>
                  <a:lnTo>
                    <a:pt x="1355669" y="1223826"/>
                  </a:lnTo>
                  <a:lnTo>
                    <a:pt x="1364704" y="1228176"/>
                  </a:lnTo>
                  <a:lnTo>
                    <a:pt x="1372132" y="1234114"/>
                  </a:lnTo>
                  <a:lnTo>
                    <a:pt x="1376504" y="1239386"/>
                  </a:lnTo>
                  <a:lnTo>
                    <a:pt x="1381865" y="1243326"/>
                  </a:lnTo>
                  <a:lnTo>
                    <a:pt x="1392260" y="1245269"/>
                  </a:lnTo>
                  <a:lnTo>
                    <a:pt x="1404084" y="1247197"/>
                  </a:lnTo>
                  <a:lnTo>
                    <a:pt x="1411590" y="1251429"/>
                  </a:lnTo>
                  <a:lnTo>
                    <a:pt x="1415615" y="1257797"/>
                  </a:lnTo>
                  <a:lnTo>
                    <a:pt x="1416994" y="1266135"/>
                  </a:lnTo>
                  <a:lnTo>
                    <a:pt x="1417140" y="1274698"/>
                  </a:lnTo>
                  <a:lnTo>
                    <a:pt x="1416492" y="1281915"/>
                  </a:lnTo>
                  <a:lnTo>
                    <a:pt x="1364332" y="1297685"/>
                  </a:lnTo>
                  <a:lnTo>
                    <a:pt x="1323704" y="1298397"/>
                  </a:lnTo>
                  <a:lnTo>
                    <a:pt x="1324833" y="1303712"/>
                  </a:lnTo>
                  <a:lnTo>
                    <a:pt x="1353191" y="1348196"/>
                  </a:lnTo>
                  <a:lnTo>
                    <a:pt x="1396214" y="1370048"/>
                  </a:lnTo>
                  <a:lnTo>
                    <a:pt x="1402659" y="1375205"/>
                  </a:lnTo>
                  <a:lnTo>
                    <a:pt x="1408147" y="1379306"/>
                  </a:lnTo>
                  <a:lnTo>
                    <a:pt x="1415257" y="1381319"/>
                  </a:lnTo>
                  <a:lnTo>
                    <a:pt x="1421658" y="1383956"/>
                  </a:lnTo>
                  <a:lnTo>
                    <a:pt x="1425015" y="1389930"/>
                  </a:lnTo>
                  <a:lnTo>
                    <a:pt x="1425049" y="1397998"/>
                  </a:lnTo>
                  <a:lnTo>
                    <a:pt x="1422499" y="1404636"/>
                  </a:lnTo>
                  <a:lnTo>
                    <a:pt x="1416565" y="1409139"/>
                  </a:lnTo>
                  <a:lnTo>
                    <a:pt x="1406446" y="1410797"/>
                  </a:lnTo>
                  <a:lnTo>
                    <a:pt x="1397846" y="1416671"/>
                  </a:lnTo>
                  <a:lnTo>
                    <a:pt x="1389335" y="1419389"/>
                  </a:lnTo>
                  <a:lnTo>
                    <a:pt x="1380115" y="1420068"/>
                  </a:lnTo>
                  <a:lnTo>
                    <a:pt x="1369383" y="1419824"/>
                  </a:lnTo>
                  <a:lnTo>
                    <a:pt x="1353255" y="1416307"/>
                  </a:lnTo>
                  <a:lnTo>
                    <a:pt x="1333053" y="1409002"/>
                  </a:lnTo>
                  <a:lnTo>
                    <a:pt x="1315790" y="1401781"/>
                  </a:lnTo>
                  <a:lnTo>
                    <a:pt x="1308477" y="1398513"/>
                  </a:lnTo>
                  <a:lnTo>
                    <a:pt x="1311952" y="1402465"/>
                  </a:lnTo>
                  <a:lnTo>
                    <a:pt x="1321680" y="1412091"/>
                  </a:lnTo>
                  <a:lnTo>
                    <a:pt x="1336616" y="1424049"/>
                  </a:lnTo>
                  <a:lnTo>
                    <a:pt x="1355716" y="1434993"/>
                  </a:lnTo>
                  <a:lnTo>
                    <a:pt x="1375307" y="1446500"/>
                  </a:lnTo>
                  <a:lnTo>
                    <a:pt x="1391610" y="1460179"/>
                  </a:lnTo>
                  <a:lnTo>
                    <a:pt x="1403429" y="1472734"/>
                  </a:lnTo>
                  <a:lnTo>
                    <a:pt x="1409566" y="1480870"/>
                  </a:lnTo>
                  <a:lnTo>
                    <a:pt x="1415984" y="1486744"/>
                  </a:lnTo>
                  <a:lnTo>
                    <a:pt x="1426872" y="1494670"/>
                  </a:lnTo>
                  <a:lnTo>
                    <a:pt x="1438373" y="1504595"/>
                  </a:lnTo>
                  <a:lnTo>
                    <a:pt x="1446630" y="1516462"/>
                  </a:lnTo>
                  <a:lnTo>
                    <a:pt x="1459116" y="1523680"/>
                  </a:lnTo>
                  <a:lnTo>
                    <a:pt x="1470147" y="1528477"/>
                  </a:lnTo>
                  <a:lnTo>
                    <a:pt x="1478518" y="1532872"/>
                  </a:lnTo>
                  <a:lnTo>
                    <a:pt x="1483024" y="1538883"/>
                  </a:lnTo>
                  <a:lnTo>
                    <a:pt x="1494093" y="1541974"/>
                  </a:lnTo>
                  <a:lnTo>
                    <a:pt x="1501380" y="1547522"/>
                  </a:lnTo>
                  <a:lnTo>
                    <a:pt x="1503778" y="1555594"/>
                  </a:lnTo>
                  <a:lnTo>
                    <a:pt x="1500182" y="1566261"/>
                  </a:lnTo>
                  <a:lnTo>
                    <a:pt x="1490650" y="1575907"/>
                  </a:lnTo>
                  <a:lnTo>
                    <a:pt x="1476404" y="1581328"/>
                  </a:lnTo>
                  <a:lnTo>
                    <a:pt x="1458078" y="1583212"/>
                  </a:lnTo>
                  <a:lnTo>
                    <a:pt x="1436305" y="1582244"/>
                  </a:lnTo>
                  <a:lnTo>
                    <a:pt x="1412333" y="1576575"/>
                  </a:lnTo>
                  <a:lnTo>
                    <a:pt x="1389865" y="1566918"/>
                  </a:lnTo>
                  <a:lnTo>
                    <a:pt x="1373218" y="1557801"/>
                  </a:lnTo>
                  <a:lnTo>
                    <a:pt x="1366709" y="1553756"/>
                  </a:lnTo>
                  <a:lnTo>
                    <a:pt x="1358592" y="1555918"/>
                  </a:lnTo>
                  <a:lnTo>
                    <a:pt x="1339264" y="1559342"/>
                  </a:lnTo>
                  <a:lnTo>
                    <a:pt x="1316260" y="1559437"/>
                  </a:lnTo>
                  <a:lnTo>
                    <a:pt x="1297113" y="1551610"/>
                  </a:lnTo>
                  <a:lnTo>
                    <a:pt x="1314146" y="1568832"/>
                  </a:lnTo>
                  <a:lnTo>
                    <a:pt x="1332264" y="1579395"/>
                  </a:lnTo>
                  <a:lnTo>
                    <a:pt x="1350299" y="1589570"/>
                  </a:lnTo>
                  <a:lnTo>
                    <a:pt x="1367081" y="1605627"/>
                  </a:lnTo>
                  <a:lnTo>
                    <a:pt x="1380184" y="1628045"/>
                  </a:lnTo>
                  <a:lnTo>
                    <a:pt x="1388518" y="1649950"/>
                  </a:lnTo>
                  <a:lnTo>
                    <a:pt x="1392911" y="1666583"/>
                  </a:lnTo>
                  <a:lnTo>
                    <a:pt x="1394191" y="1673184"/>
                  </a:lnTo>
                  <a:lnTo>
                    <a:pt x="1417727" y="1693024"/>
                  </a:lnTo>
                  <a:lnTo>
                    <a:pt x="1437527" y="1710489"/>
                  </a:lnTo>
                  <a:lnTo>
                    <a:pt x="1454131" y="1726461"/>
                  </a:lnTo>
                  <a:lnTo>
                    <a:pt x="1484287" y="1741362"/>
                  </a:lnTo>
                  <a:lnTo>
                    <a:pt x="1495201" y="1746034"/>
                  </a:lnTo>
                  <a:lnTo>
                    <a:pt x="1503747" y="1747772"/>
                  </a:lnTo>
                  <a:lnTo>
                    <a:pt x="1512681" y="1748515"/>
                  </a:lnTo>
                  <a:lnTo>
                    <a:pt x="1522687" y="1751055"/>
                  </a:lnTo>
                  <a:lnTo>
                    <a:pt x="1530967" y="1755857"/>
                  </a:lnTo>
                  <a:lnTo>
                    <a:pt x="1534720" y="1763385"/>
                  </a:lnTo>
                  <a:lnTo>
                    <a:pt x="1532069" y="1773907"/>
                  </a:lnTo>
                  <a:lnTo>
                    <a:pt x="1522037" y="1785241"/>
                  </a:lnTo>
                  <a:lnTo>
                    <a:pt x="1503176" y="1794175"/>
                  </a:lnTo>
                  <a:lnTo>
                    <a:pt x="1474037" y="1797497"/>
                  </a:lnTo>
                  <a:lnTo>
                    <a:pt x="1458510" y="1806366"/>
                  </a:lnTo>
                  <a:lnTo>
                    <a:pt x="1445246" y="1809345"/>
                  </a:lnTo>
                  <a:lnTo>
                    <a:pt x="1432915" y="1807122"/>
                  </a:lnTo>
                  <a:lnTo>
                    <a:pt x="1420187" y="1800383"/>
                  </a:lnTo>
                  <a:lnTo>
                    <a:pt x="1403239" y="1792124"/>
                  </a:lnTo>
                  <a:lnTo>
                    <a:pt x="1379856" y="1785648"/>
                  </a:lnTo>
                  <a:lnTo>
                    <a:pt x="1351125" y="1782100"/>
                  </a:lnTo>
                  <a:lnTo>
                    <a:pt x="1318133" y="1782624"/>
                  </a:lnTo>
                  <a:lnTo>
                    <a:pt x="1352991" y="1806468"/>
                  </a:lnTo>
                  <a:lnTo>
                    <a:pt x="1387488" y="1830971"/>
                  </a:lnTo>
                  <a:lnTo>
                    <a:pt x="1420786" y="1855182"/>
                  </a:lnTo>
                  <a:lnTo>
                    <a:pt x="1452051" y="1878152"/>
                  </a:lnTo>
                  <a:lnTo>
                    <a:pt x="1482460" y="1898824"/>
                  </a:lnTo>
                  <a:lnTo>
                    <a:pt x="1512214" y="1915945"/>
                  </a:lnTo>
                  <a:lnTo>
                    <a:pt x="1539016" y="1928265"/>
                  </a:lnTo>
                  <a:lnTo>
                    <a:pt x="1560568" y="1934536"/>
                  </a:lnTo>
                  <a:lnTo>
                    <a:pt x="1572013" y="1941705"/>
                  </a:lnTo>
                  <a:lnTo>
                    <a:pt x="1541033" y="1975752"/>
                  </a:lnTo>
                  <a:lnTo>
                    <a:pt x="1501054" y="1981126"/>
                  </a:lnTo>
                  <a:lnTo>
                    <a:pt x="1483915" y="1981893"/>
                  </a:lnTo>
                  <a:lnTo>
                    <a:pt x="1487680" y="1987030"/>
                  </a:lnTo>
                  <a:lnTo>
                    <a:pt x="1499439" y="2000013"/>
                  </a:lnTo>
                  <a:lnTo>
                    <a:pt x="1519888" y="2017200"/>
                  </a:lnTo>
                  <a:lnTo>
                    <a:pt x="1549723" y="2034948"/>
                  </a:lnTo>
                  <a:lnTo>
                    <a:pt x="1582249" y="2052906"/>
                  </a:lnTo>
                  <a:lnTo>
                    <a:pt x="1610945" y="2069726"/>
                  </a:lnTo>
                  <a:lnTo>
                    <a:pt x="1636772" y="2080275"/>
                  </a:lnTo>
                  <a:lnTo>
                    <a:pt x="1660691" y="2079420"/>
                  </a:lnTo>
                  <a:lnTo>
                    <a:pt x="1676826" y="2078017"/>
                  </a:lnTo>
                  <a:lnTo>
                    <a:pt x="1681088" y="2086348"/>
                  </a:lnTo>
                  <a:lnTo>
                    <a:pt x="1677121" y="2098410"/>
                  </a:lnTo>
                  <a:lnTo>
                    <a:pt x="1668564" y="2108204"/>
                  </a:lnTo>
                  <a:lnTo>
                    <a:pt x="1658116" y="2114188"/>
                  </a:lnTo>
                  <a:lnTo>
                    <a:pt x="1647098" y="2119340"/>
                  </a:lnTo>
                  <a:lnTo>
                    <a:pt x="1637083" y="2124437"/>
                  </a:lnTo>
                  <a:lnTo>
                    <a:pt x="1629643" y="2130255"/>
                  </a:lnTo>
                  <a:lnTo>
                    <a:pt x="1624099" y="2135291"/>
                  </a:lnTo>
                  <a:lnTo>
                    <a:pt x="1617156" y="2138080"/>
                  </a:lnTo>
                  <a:lnTo>
                    <a:pt x="1606466" y="2139453"/>
                  </a:lnTo>
                  <a:lnTo>
                    <a:pt x="1589683" y="2140244"/>
                  </a:lnTo>
                  <a:lnTo>
                    <a:pt x="1568674" y="2136184"/>
                  </a:lnTo>
                  <a:lnTo>
                    <a:pt x="1548173" y="2126240"/>
                  </a:lnTo>
                  <a:lnTo>
                    <a:pt x="1530136" y="2116103"/>
                  </a:lnTo>
                  <a:lnTo>
                    <a:pt x="1516522" y="2111460"/>
                  </a:lnTo>
                  <a:lnTo>
                    <a:pt x="1510390" y="2114903"/>
                  </a:lnTo>
                  <a:lnTo>
                    <a:pt x="1509967" y="2122744"/>
                  </a:lnTo>
                  <a:lnTo>
                    <a:pt x="1509963" y="2131251"/>
                  </a:lnTo>
                  <a:lnTo>
                    <a:pt x="1505084" y="2136692"/>
                  </a:lnTo>
                  <a:lnTo>
                    <a:pt x="1494374" y="2139251"/>
                  </a:lnTo>
                  <a:lnTo>
                    <a:pt x="1480016" y="2139902"/>
                  </a:lnTo>
                  <a:lnTo>
                    <a:pt x="1461424" y="2136099"/>
                  </a:lnTo>
                  <a:lnTo>
                    <a:pt x="1438013" y="2125297"/>
                  </a:lnTo>
                  <a:lnTo>
                    <a:pt x="1415511" y="2113225"/>
                  </a:lnTo>
                  <a:lnTo>
                    <a:pt x="1399826" y="2106363"/>
                  </a:lnTo>
                  <a:lnTo>
                    <a:pt x="1390645" y="2103289"/>
                  </a:lnTo>
                  <a:lnTo>
                    <a:pt x="1387655" y="2102580"/>
                  </a:lnTo>
                  <a:lnTo>
                    <a:pt x="1393282" y="2113944"/>
                  </a:lnTo>
                  <a:lnTo>
                    <a:pt x="1441331" y="2176408"/>
                  </a:lnTo>
                  <a:lnTo>
                    <a:pt x="1485772" y="2208542"/>
                  </a:lnTo>
                  <a:lnTo>
                    <a:pt x="1530438" y="2228088"/>
                  </a:lnTo>
                  <a:lnTo>
                    <a:pt x="1582837" y="2239488"/>
                  </a:lnTo>
                  <a:lnTo>
                    <a:pt x="1594288" y="2245465"/>
                  </a:lnTo>
                  <a:lnTo>
                    <a:pt x="1598708" y="2255387"/>
                  </a:lnTo>
                  <a:lnTo>
                    <a:pt x="1598726" y="2264732"/>
                  </a:lnTo>
                  <a:lnTo>
                    <a:pt x="1596879" y="2271677"/>
                  </a:lnTo>
                  <a:lnTo>
                    <a:pt x="1595700" y="2274398"/>
                  </a:lnTo>
                  <a:lnTo>
                    <a:pt x="1603004" y="2276807"/>
                  </a:lnTo>
                  <a:lnTo>
                    <a:pt x="1624890" y="2281575"/>
                  </a:lnTo>
                  <a:lnTo>
                    <a:pt x="1661315" y="2285011"/>
                  </a:lnTo>
                  <a:lnTo>
                    <a:pt x="1712238" y="2283425"/>
                  </a:lnTo>
                  <a:lnTo>
                    <a:pt x="1746894" y="2286168"/>
                  </a:lnTo>
                  <a:lnTo>
                    <a:pt x="1714912" y="2327083"/>
                  </a:lnTo>
                  <a:lnTo>
                    <a:pt x="1680030" y="2346488"/>
                  </a:lnTo>
                  <a:lnTo>
                    <a:pt x="1633060" y="2362675"/>
                  </a:lnTo>
                  <a:lnTo>
                    <a:pt x="1608465" y="2366599"/>
                  </a:lnTo>
                  <a:lnTo>
                    <a:pt x="1543633" y="2377400"/>
                  </a:lnTo>
                  <a:lnTo>
                    <a:pt x="1549787" y="2383223"/>
                  </a:lnTo>
                  <a:lnTo>
                    <a:pt x="1562898" y="2397351"/>
                  </a:lnTo>
                  <a:lnTo>
                    <a:pt x="1574936" y="2414766"/>
                  </a:lnTo>
                  <a:lnTo>
                    <a:pt x="1577874" y="2430455"/>
                  </a:lnTo>
                  <a:lnTo>
                    <a:pt x="1564769" y="2438456"/>
                  </a:lnTo>
                  <a:lnTo>
                    <a:pt x="1538768" y="2438640"/>
                  </a:lnTo>
                  <a:lnTo>
                    <a:pt x="1506973" y="2434731"/>
                  </a:lnTo>
                  <a:lnTo>
                    <a:pt x="1476488" y="2430455"/>
                  </a:lnTo>
                  <a:lnTo>
                    <a:pt x="1446214" y="2427202"/>
                  </a:lnTo>
                  <a:lnTo>
                    <a:pt x="1412277" y="2421640"/>
                  </a:lnTo>
                  <a:lnTo>
                    <a:pt x="1377616" y="2410403"/>
                  </a:lnTo>
                  <a:lnTo>
                    <a:pt x="1345169" y="2390127"/>
                  </a:lnTo>
                  <a:lnTo>
                    <a:pt x="1365856" y="2410070"/>
                  </a:lnTo>
                  <a:lnTo>
                    <a:pt x="1376913" y="2425469"/>
                  </a:lnTo>
                  <a:lnTo>
                    <a:pt x="1378875" y="2436942"/>
                  </a:lnTo>
                  <a:lnTo>
                    <a:pt x="1372280" y="2445105"/>
                  </a:lnTo>
                  <a:lnTo>
                    <a:pt x="1349949" y="2449283"/>
                  </a:lnTo>
                  <a:lnTo>
                    <a:pt x="1310622" y="2448500"/>
                  </a:lnTo>
                  <a:lnTo>
                    <a:pt x="1263704" y="2442931"/>
                  </a:lnTo>
                  <a:lnTo>
                    <a:pt x="1218604" y="2432748"/>
                  </a:lnTo>
                  <a:lnTo>
                    <a:pt x="1231353" y="2452066"/>
                  </a:lnTo>
                  <a:lnTo>
                    <a:pt x="1235585" y="2465695"/>
                  </a:lnTo>
                  <a:lnTo>
                    <a:pt x="1232757" y="2475411"/>
                  </a:lnTo>
                  <a:lnTo>
                    <a:pt x="1224323" y="2482991"/>
                  </a:lnTo>
                  <a:lnTo>
                    <a:pt x="1197304" y="2486987"/>
                  </a:lnTo>
                  <a:lnTo>
                    <a:pt x="1151840" y="2486543"/>
                  </a:lnTo>
                  <a:lnTo>
                    <a:pt x="1109063" y="2484323"/>
                  </a:lnTo>
                  <a:lnTo>
                    <a:pt x="1090108" y="2482991"/>
                  </a:lnTo>
                  <a:lnTo>
                    <a:pt x="1092030" y="2485839"/>
                  </a:lnTo>
                  <a:lnTo>
                    <a:pt x="1095511" y="2492675"/>
                  </a:lnTo>
                  <a:lnTo>
                    <a:pt x="1097127" y="2500941"/>
                  </a:lnTo>
                  <a:lnTo>
                    <a:pt x="1093450" y="2508076"/>
                  </a:lnTo>
                  <a:lnTo>
                    <a:pt x="1070005" y="2509665"/>
                  </a:lnTo>
                  <a:lnTo>
                    <a:pt x="1026380" y="2504311"/>
                  </a:lnTo>
                  <a:lnTo>
                    <a:pt x="980248" y="2493976"/>
                  </a:lnTo>
                  <a:lnTo>
                    <a:pt x="949282" y="2480623"/>
                  </a:lnTo>
                  <a:lnTo>
                    <a:pt x="955001" y="2615221"/>
                  </a:lnTo>
                  <a:lnTo>
                    <a:pt x="1435553" y="2618343"/>
                  </a:lnTo>
                  <a:lnTo>
                    <a:pt x="1553586" y="2619439"/>
                  </a:lnTo>
                  <a:lnTo>
                    <a:pt x="1596229" y="2625807"/>
                  </a:lnTo>
                  <a:lnTo>
                    <a:pt x="1633413" y="2638807"/>
                  </a:lnTo>
                  <a:lnTo>
                    <a:pt x="1659707" y="2651613"/>
                  </a:lnTo>
                  <a:lnTo>
                    <a:pt x="1669678" y="2657399"/>
                  </a:lnTo>
                  <a:close/>
                </a:path>
              </a:pathLst>
            </a:custGeom>
            <a:solidFill>
              <a:srgbClr val="000000">
                <a:alpha val="7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6645" y="7474670"/>
              <a:ext cx="7311424" cy="2139059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body" idx="1"/>
          </p:nvPr>
        </p:nvSpPr>
        <p:spPr>
          <a:xfrm rot="10800000" flipV="1">
            <a:off x="1219200" y="1692569"/>
            <a:ext cx="5486400" cy="22185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 dirty="0"/>
              <a:t>Impact on Teams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2800" b="1" spc="-10" dirty="0"/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u="none" spc="-10" dirty="0"/>
              <a:t>Better task visibility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u="none" spc="-10" dirty="0"/>
              <a:t>Reduced confusion &amp; duplication</a:t>
            </a:r>
          </a:p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800" u="none" spc="-10" dirty="0"/>
              <a:t>Improved coordination</a:t>
            </a:r>
            <a:endParaRPr sz="2800" u="none" spc="-10" dirty="0"/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4921058" y="36084"/>
            <a:ext cx="8557260" cy="11450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0"/>
              </a:spcBef>
            </a:pPr>
            <a:r>
              <a:rPr spc="-3240" dirty="0">
                <a:solidFill>
                  <a:srgbClr val="FF0000"/>
                </a:solidFill>
              </a:rPr>
              <a:t>R</a:t>
            </a:r>
            <a:r>
              <a:rPr sz="10500" spc="330" baseline="-5158" dirty="0"/>
              <a:t>R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2630" dirty="0">
                <a:solidFill>
                  <a:srgbClr val="FF0000"/>
                </a:solidFill>
              </a:rPr>
              <a:t>F</a:t>
            </a:r>
            <a:r>
              <a:rPr sz="10500" spc="337" baseline="-5158" dirty="0"/>
              <a:t>F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3240" dirty="0">
                <a:solidFill>
                  <a:srgbClr val="FF0000"/>
                </a:solidFill>
              </a:rPr>
              <a:t>R</a:t>
            </a:r>
            <a:r>
              <a:rPr sz="10500" spc="330" baseline="-5158" dirty="0"/>
              <a:t>R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3929" dirty="0">
                <a:solidFill>
                  <a:srgbClr val="FF0000"/>
                </a:solidFill>
              </a:rPr>
              <a:t>N</a:t>
            </a:r>
            <a:r>
              <a:rPr sz="10500" spc="307" baseline="-5158" dirty="0"/>
              <a:t>N</a:t>
            </a:r>
            <a:r>
              <a:rPr sz="7000" spc="-3170" dirty="0">
                <a:solidFill>
                  <a:srgbClr val="FF0000"/>
                </a:solidFill>
              </a:rPr>
              <a:t>C</a:t>
            </a:r>
            <a:r>
              <a:rPr sz="10500" spc="359" baseline="-5158" dirty="0"/>
              <a:t>C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2650" dirty="0">
                <a:solidFill>
                  <a:srgbClr val="FF0000"/>
                </a:solidFill>
              </a:rPr>
              <a:t>S</a:t>
            </a:r>
            <a:r>
              <a:rPr sz="10500" spc="615" baseline="-5158" dirty="0"/>
              <a:t>S</a:t>
            </a:r>
            <a:endParaRPr sz="10500" baseline="-5158" dirty="0"/>
          </a:p>
        </p:txBody>
      </p:sp>
      <p:sp>
        <p:nvSpPr>
          <p:cNvPr id="26" name="object 26"/>
          <p:cNvSpPr/>
          <p:nvPr/>
        </p:nvSpPr>
        <p:spPr>
          <a:xfrm>
            <a:off x="3958" y="6833258"/>
            <a:ext cx="2240915" cy="3419475"/>
          </a:xfrm>
          <a:custGeom>
            <a:avLst/>
            <a:gdLst/>
            <a:ahLst/>
            <a:cxnLst/>
            <a:rect l="l" t="t" r="r" b="b"/>
            <a:pathLst>
              <a:path w="2240915" h="3419475">
                <a:moveTo>
                  <a:pt x="2141516" y="3419380"/>
                </a:moveTo>
                <a:lnTo>
                  <a:pt x="99036" y="3419380"/>
                </a:lnTo>
                <a:lnTo>
                  <a:pt x="111826" y="3411908"/>
                </a:lnTo>
                <a:lnTo>
                  <a:pt x="193242" y="3378649"/>
                </a:lnTo>
                <a:lnTo>
                  <a:pt x="247935" y="3370535"/>
                </a:lnTo>
                <a:lnTo>
                  <a:pt x="399323" y="3369205"/>
                </a:lnTo>
                <a:lnTo>
                  <a:pt x="1015676" y="3365108"/>
                </a:lnTo>
                <a:lnTo>
                  <a:pt x="1023011" y="3191916"/>
                </a:lnTo>
                <a:lnTo>
                  <a:pt x="983294" y="3209084"/>
                </a:lnTo>
                <a:lnTo>
                  <a:pt x="924126" y="3222360"/>
                </a:lnTo>
                <a:lnTo>
                  <a:pt x="868173" y="3229245"/>
                </a:lnTo>
                <a:lnTo>
                  <a:pt x="838102" y="3227240"/>
                </a:lnTo>
                <a:lnTo>
                  <a:pt x="833386" y="3218099"/>
                </a:lnTo>
                <a:lnTo>
                  <a:pt x="835458" y="3207459"/>
                </a:lnTo>
                <a:lnTo>
                  <a:pt x="839924" y="3198640"/>
                </a:lnTo>
                <a:lnTo>
                  <a:pt x="842389" y="3194963"/>
                </a:lnTo>
                <a:lnTo>
                  <a:pt x="818063" y="3196676"/>
                </a:lnTo>
                <a:lnTo>
                  <a:pt x="763176" y="3199533"/>
                </a:lnTo>
                <a:lnTo>
                  <a:pt x="704859" y="3200104"/>
                </a:lnTo>
                <a:lnTo>
                  <a:pt x="670245" y="3194963"/>
                </a:lnTo>
                <a:lnTo>
                  <a:pt x="659468" y="3185209"/>
                </a:lnTo>
                <a:lnTo>
                  <a:pt x="655836" y="3172707"/>
                </a:lnTo>
                <a:lnTo>
                  <a:pt x="661242" y="3155170"/>
                </a:lnTo>
                <a:lnTo>
                  <a:pt x="677580" y="3130313"/>
                </a:lnTo>
                <a:lnTo>
                  <a:pt x="619775" y="3143429"/>
                </a:lnTo>
                <a:lnTo>
                  <a:pt x="559595" y="3150617"/>
                </a:lnTo>
                <a:lnTo>
                  <a:pt x="509131" y="3151629"/>
                </a:lnTo>
                <a:lnTo>
                  <a:pt x="480477" y="3146214"/>
                </a:lnTo>
                <a:lnTo>
                  <a:pt x="472018" y="3135655"/>
                </a:lnTo>
                <a:lnTo>
                  <a:pt x="474535" y="3120875"/>
                </a:lnTo>
                <a:lnTo>
                  <a:pt x="488716" y="3101078"/>
                </a:lnTo>
                <a:lnTo>
                  <a:pt x="515249" y="3075471"/>
                </a:lnTo>
                <a:lnTo>
                  <a:pt x="473646" y="3101614"/>
                </a:lnTo>
                <a:lnTo>
                  <a:pt x="429213" y="3116091"/>
                </a:lnTo>
                <a:lnTo>
                  <a:pt x="385690" y="3123230"/>
                </a:lnTo>
                <a:lnTo>
                  <a:pt x="346820" y="3127362"/>
                </a:lnTo>
                <a:lnTo>
                  <a:pt x="307680" y="3132811"/>
                </a:lnTo>
                <a:lnTo>
                  <a:pt x="266905" y="3137823"/>
                </a:lnTo>
                <a:lnTo>
                  <a:pt x="233579" y="3137605"/>
                </a:lnTo>
                <a:lnTo>
                  <a:pt x="216784" y="3127362"/>
                </a:lnTo>
                <a:lnTo>
                  <a:pt x="220551" y="3107215"/>
                </a:lnTo>
                <a:lnTo>
                  <a:pt x="235992" y="3084801"/>
                </a:lnTo>
                <a:lnTo>
                  <a:pt x="252807" y="3066601"/>
                </a:lnTo>
                <a:lnTo>
                  <a:pt x="260701" y="3059094"/>
                </a:lnTo>
                <a:lnTo>
                  <a:pt x="177588" y="3045196"/>
                </a:lnTo>
                <a:lnTo>
                  <a:pt x="117568" y="3032348"/>
                </a:lnTo>
                <a:lnTo>
                  <a:pt x="57772" y="3005147"/>
                </a:lnTo>
                <a:lnTo>
                  <a:pt x="22607" y="2979963"/>
                </a:lnTo>
                <a:lnTo>
                  <a:pt x="0" y="2941729"/>
                </a:lnTo>
                <a:lnTo>
                  <a:pt x="44068" y="2938269"/>
                </a:lnTo>
                <a:lnTo>
                  <a:pt x="109382" y="2940310"/>
                </a:lnTo>
                <a:lnTo>
                  <a:pt x="156100" y="2935888"/>
                </a:lnTo>
                <a:lnTo>
                  <a:pt x="184170" y="2929753"/>
                </a:lnTo>
                <a:lnTo>
                  <a:pt x="193539" y="2926653"/>
                </a:lnTo>
                <a:lnTo>
                  <a:pt x="192013" y="2923139"/>
                </a:lnTo>
                <a:lnTo>
                  <a:pt x="189621" y="2914180"/>
                </a:lnTo>
                <a:lnTo>
                  <a:pt x="189641" y="2902150"/>
                </a:lnTo>
                <a:lnTo>
                  <a:pt x="195349" y="2889425"/>
                </a:lnTo>
                <a:lnTo>
                  <a:pt x="210077" y="2881787"/>
                </a:lnTo>
                <a:lnTo>
                  <a:pt x="236575" y="2877380"/>
                </a:lnTo>
                <a:lnTo>
                  <a:pt x="277256" y="2867118"/>
                </a:lnTo>
                <a:lnTo>
                  <a:pt x="334531" y="2841913"/>
                </a:lnTo>
                <a:lnTo>
                  <a:pt x="391531" y="2800526"/>
                </a:lnTo>
                <a:lnTo>
                  <a:pt x="430642" y="2755889"/>
                </a:lnTo>
                <a:lnTo>
                  <a:pt x="453158" y="2720178"/>
                </a:lnTo>
                <a:lnTo>
                  <a:pt x="460376" y="2705568"/>
                </a:lnTo>
                <a:lnTo>
                  <a:pt x="456527" y="2706467"/>
                </a:lnTo>
                <a:lnTo>
                  <a:pt x="444729" y="2710401"/>
                </a:lnTo>
                <a:lnTo>
                  <a:pt x="424607" y="2719226"/>
                </a:lnTo>
                <a:lnTo>
                  <a:pt x="395787" y="2734799"/>
                </a:lnTo>
                <a:lnTo>
                  <a:pt x="365814" y="2748739"/>
                </a:lnTo>
                <a:lnTo>
                  <a:pt x="341986" y="2753627"/>
                </a:lnTo>
                <a:lnTo>
                  <a:pt x="323552" y="2752768"/>
                </a:lnTo>
                <a:lnTo>
                  <a:pt x="309762" y="2749462"/>
                </a:lnTo>
                <a:lnTo>
                  <a:pt x="303451" y="2742461"/>
                </a:lnTo>
                <a:lnTo>
                  <a:pt x="303427" y="2731514"/>
                </a:lnTo>
                <a:lnTo>
                  <a:pt x="302903" y="2721425"/>
                </a:lnTo>
                <a:lnTo>
                  <a:pt x="295092" y="2716994"/>
                </a:lnTo>
                <a:lnTo>
                  <a:pt x="277670" y="2722982"/>
                </a:lnTo>
                <a:lnTo>
                  <a:pt x="254533" y="2736049"/>
                </a:lnTo>
                <a:lnTo>
                  <a:pt x="228216" y="2748847"/>
                </a:lnTo>
                <a:lnTo>
                  <a:pt x="201256" y="2754032"/>
                </a:lnTo>
                <a:lnTo>
                  <a:pt x="179730" y="2752974"/>
                </a:lnTo>
                <a:lnTo>
                  <a:pt x="166020" y="2751211"/>
                </a:lnTo>
                <a:lnTo>
                  <a:pt x="157114" y="2747645"/>
                </a:lnTo>
                <a:lnTo>
                  <a:pt x="150003" y="2741178"/>
                </a:lnTo>
                <a:lnTo>
                  <a:pt x="140448" y="2733692"/>
                </a:lnTo>
                <a:lnTo>
                  <a:pt x="127580" y="2727134"/>
                </a:lnTo>
                <a:lnTo>
                  <a:pt x="113444" y="2720505"/>
                </a:lnTo>
                <a:lnTo>
                  <a:pt x="100084" y="2712805"/>
                </a:lnTo>
                <a:lnTo>
                  <a:pt x="89150" y="2700216"/>
                </a:lnTo>
                <a:lnTo>
                  <a:pt x="84056" y="2684717"/>
                </a:lnTo>
                <a:lnTo>
                  <a:pt x="89501" y="2674003"/>
                </a:lnTo>
                <a:lnTo>
                  <a:pt x="110182" y="2675767"/>
                </a:lnTo>
                <a:lnTo>
                  <a:pt x="140847" y="2676814"/>
                </a:lnTo>
                <a:lnTo>
                  <a:pt x="173950" y="2663223"/>
                </a:lnTo>
                <a:lnTo>
                  <a:pt x="210751" y="2641597"/>
                </a:lnTo>
                <a:lnTo>
                  <a:pt x="252508" y="2618544"/>
                </a:lnTo>
                <a:lnTo>
                  <a:pt x="290815" y="2595746"/>
                </a:lnTo>
                <a:lnTo>
                  <a:pt x="317038" y="2573627"/>
                </a:lnTo>
                <a:lnTo>
                  <a:pt x="332098" y="2556899"/>
                </a:lnTo>
                <a:lnTo>
                  <a:pt x="336913" y="2550276"/>
                </a:lnTo>
                <a:lnTo>
                  <a:pt x="330959" y="2550153"/>
                </a:lnTo>
                <a:lnTo>
                  <a:pt x="314931" y="2549288"/>
                </a:lnTo>
                <a:lnTo>
                  <a:pt x="263654" y="2542374"/>
                </a:lnTo>
                <a:lnTo>
                  <a:pt x="224798" y="2514714"/>
                </a:lnTo>
                <a:lnTo>
                  <a:pt x="223880" y="2498564"/>
                </a:lnTo>
                <a:lnTo>
                  <a:pt x="238600" y="2489340"/>
                </a:lnTo>
                <a:lnTo>
                  <a:pt x="266281" y="2481271"/>
                </a:lnTo>
                <a:lnTo>
                  <a:pt x="300653" y="2465418"/>
                </a:lnTo>
                <a:lnTo>
                  <a:pt x="338793" y="2443388"/>
                </a:lnTo>
                <a:lnTo>
                  <a:pt x="377782" y="2416788"/>
                </a:lnTo>
                <a:lnTo>
                  <a:pt x="417882" y="2387232"/>
                </a:lnTo>
                <a:lnTo>
                  <a:pt x="460591" y="2356078"/>
                </a:lnTo>
                <a:lnTo>
                  <a:pt x="504835" y="2324549"/>
                </a:lnTo>
                <a:lnTo>
                  <a:pt x="549544" y="2293868"/>
                </a:lnTo>
                <a:lnTo>
                  <a:pt x="507189" y="2293194"/>
                </a:lnTo>
                <a:lnTo>
                  <a:pt x="470343" y="2297760"/>
                </a:lnTo>
                <a:lnTo>
                  <a:pt x="440375" y="2306092"/>
                </a:lnTo>
                <a:lnTo>
                  <a:pt x="418650" y="2316719"/>
                </a:lnTo>
                <a:lnTo>
                  <a:pt x="402326" y="2325377"/>
                </a:lnTo>
                <a:lnTo>
                  <a:pt x="386510" y="2328216"/>
                </a:lnTo>
                <a:lnTo>
                  <a:pt x="369498" y="2324378"/>
                </a:lnTo>
                <a:lnTo>
                  <a:pt x="349583" y="2313006"/>
                </a:lnTo>
                <a:lnTo>
                  <a:pt x="312183" y="2308732"/>
                </a:lnTo>
                <a:lnTo>
                  <a:pt x="288018" y="2297236"/>
                </a:lnTo>
                <a:lnTo>
                  <a:pt x="275178" y="2282652"/>
                </a:lnTo>
                <a:lnTo>
                  <a:pt x="271752" y="2269113"/>
                </a:lnTo>
                <a:lnTo>
                  <a:pt x="276539" y="2259426"/>
                </a:lnTo>
                <a:lnTo>
                  <a:pt x="287185" y="2253248"/>
                </a:lnTo>
                <a:lnTo>
                  <a:pt x="300045" y="2249979"/>
                </a:lnTo>
                <a:lnTo>
                  <a:pt x="311477" y="2249023"/>
                </a:lnTo>
                <a:lnTo>
                  <a:pt x="322385" y="2246800"/>
                </a:lnTo>
                <a:lnTo>
                  <a:pt x="336365" y="2240810"/>
                </a:lnTo>
                <a:lnTo>
                  <a:pt x="375114" y="2221601"/>
                </a:lnTo>
                <a:lnTo>
                  <a:pt x="396370" y="2201089"/>
                </a:lnTo>
                <a:lnTo>
                  <a:pt x="421770" y="2178613"/>
                </a:lnTo>
                <a:lnTo>
                  <a:pt x="451993" y="2153048"/>
                </a:lnTo>
                <a:lnTo>
                  <a:pt x="453621" y="2144540"/>
                </a:lnTo>
                <a:lnTo>
                  <a:pt x="459233" y="2123115"/>
                </a:lnTo>
                <a:lnTo>
                  <a:pt x="469918" y="2094925"/>
                </a:lnTo>
                <a:lnTo>
                  <a:pt x="486765" y="2066119"/>
                </a:lnTo>
                <a:lnTo>
                  <a:pt x="508342" y="2045498"/>
                </a:lnTo>
                <a:lnTo>
                  <a:pt x="531492" y="2032401"/>
                </a:lnTo>
                <a:lnTo>
                  <a:pt x="554712" y="2018787"/>
                </a:lnTo>
                <a:lnTo>
                  <a:pt x="576504" y="1996613"/>
                </a:lnTo>
                <a:lnTo>
                  <a:pt x="551947" y="2006685"/>
                </a:lnTo>
                <a:lnTo>
                  <a:pt x="522441" y="2006563"/>
                </a:lnTo>
                <a:lnTo>
                  <a:pt x="497652" y="2002156"/>
                </a:lnTo>
                <a:lnTo>
                  <a:pt x="487241" y="1999374"/>
                </a:lnTo>
                <a:lnTo>
                  <a:pt x="478893" y="2004580"/>
                </a:lnTo>
                <a:lnTo>
                  <a:pt x="457542" y="2016310"/>
                </a:lnTo>
                <a:lnTo>
                  <a:pt x="428725" y="2028737"/>
                </a:lnTo>
                <a:lnTo>
                  <a:pt x="397978" y="2036031"/>
                </a:lnTo>
                <a:lnTo>
                  <a:pt x="370052" y="2037277"/>
                </a:lnTo>
                <a:lnTo>
                  <a:pt x="346547" y="2034853"/>
                </a:lnTo>
                <a:lnTo>
                  <a:pt x="328275" y="2027877"/>
                </a:lnTo>
                <a:lnTo>
                  <a:pt x="316050" y="2015465"/>
                </a:lnTo>
                <a:lnTo>
                  <a:pt x="311437" y="2001740"/>
                </a:lnTo>
                <a:lnTo>
                  <a:pt x="314514" y="1991353"/>
                </a:lnTo>
                <a:lnTo>
                  <a:pt x="323860" y="1984215"/>
                </a:lnTo>
                <a:lnTo>
                  <a:pt x="338056" y="1980237"/>
                </a:lnTo>
                <a:lnTo>
                  <a:pt x="343782" y="1972502"/>
                </a:lnTo>
                <a:lnTo>
                  <a:pt x="354501" y="1966847"/>
                </a:lnTo>
                <a:lnTo>
                  <a:pt x="368667" y="1960675"/>
                </a:lnTo>
                <a:lnTo>
                  <a:pt x="384736" y="1951387"/>
                </a:lnTo>
                <a:lnTo>
                  <a:pt x="395325" y="1936117"/>
                </a:lnTo>
                <a:lnTo>
                  <a:pt x="410076" y="1923347"/>
                </a:lnTo>
                <a:lnTo>
                  <a:pt x="424042" y="1913147"/>
                </a:lnTo>
                <a:lnTo>
                  <a:pt x="432273" y="1905590"/>
                </a:lnTo>
                <a:lnTo>
                  <a:pt x="476174" y="1861365"/>
                </a:lnTo>
                <a:lnTo>
                  <a:pt x="525878" y="1832475"/>
                </a:lnTo>
                <a:lnTo>
                  <a:pt x="545031" y="1817089"/>
                </a:lnTo>
                <a:lnTo>
                  <a:pt x="557486" y="1804703"/>
                </a:lnTo>
                <a:lnTo>
                  <a:pt x="561929" y="1799618"/>
                </a:lnTo>
                <a:lnTo>
                  <a:pt x="552550" y="1803822"/>
                </a:lnTo>
                <a:lnTo>
                  <a:pt x="530408" y="1813114"/>
                </a:lnTo>
                <a:lnTo>
                  <a:pt x="504497" y="1822514"/>
                </a:lnTo>
                <a:lnTo>
                  <a:pt x="483811" y="1827039"/>
                </a:lnTo>
                <a:lnTo>
                  <a:pt x="470047" y="1827353"/>
                </a:lnTo>
                <a:lnTo>
                  <a:pt x="458221" y="1826480"/>
                </a:lnTo>
                <a:lnTo>
                  <a:pt x="447306" y="1822982"/>
                </a:lnTo>
                <a:lnTo>
                  <a:pt x="436274" y="1815423"/>
                </a:lnTo>
                <a:lnTo>
                  <a:pt x="423256" y="1813290"/>
                </a:lnTo>
                <a:lnTo>
                  <a:pt x="415649" y="1807497"/>
                </a:lnTo>
                <a:lnTo>
                  <a:pt x="412401" y="1798954"/>
                </a:lnTo>
                <a:lnTo>
                  <a:pt x="412458" y="1788573"/>
                </a:lnTo>
                <a:lnTo>
                  <a:pt x="416764" y="1780886"/>
                </a:lnTo>
                <a:lnTo>
                  <a:pt x="424973" y="1777493"/>
                </a:lnTo>
                <a:lnTo>
                  <a:pt x="434094" y="1774903"/>
                </a:lnTo>
                <a:lnTo>
                  <a:pt x="441133" y="1769626"/>
                </a:lnTo>
                <a:lnTo>
                  <a:pt x="449398" y="1763004"/>
                </a:lnTo>
                <a:lnTo>
                  <a:pt x="463460" y="1756855"/>
                </a:lnTo>
                <a:lnTo>
                  <a:pt x="482220" y="1748404"/>
                </a:lnTo>
                <a:lnTo>
                  <a:pt x="523872" y="1715301"/>
                </a:lnTo>
                <a:lnTo>
                  <a:pt x="540951" y="1677620"/>
                </a:lnTo>
                <a:lnTo>
                  <a:pt x="542399" y="1670795"/>
                </a:lnTo>
                <a:lnTo>
                  <a:pt x="526343" y="1670680"/>
                </a:lnTo>
                <a:lnTo>
                  <a:pt x="490325" y="1669878"/>
                </a:lnTo>
                <a:lnTo>
                  <a:pt x="431320" y="1663464"/>
                </a:lnTo>
                <a:lnTo>
                  <a:pt x="422546" y="1640300"/>
                </a:lnTo>
                <a:lnTo>
                  <a:pt x="422747" y="1629282"/>
                </a:lnTo>
                <a:lnTo>
                  <a:pt x="424515" y="1618553"/>
                </a:lnTo>
                <a:lnTo>
                  <a:pt x="429677" y="1610358"/>
                </a:lnTo>
                <a:lnTo>
                  <a:pt x="439305" y="1604914"/>
                </a:lnTo>
                <a:lnTo>
                  <a:pt x="454470" y="1602432"/>
                </a:lnTo>
                <a:lnTo>
                  <a:pt x="467789" y="1599919"/>
                </a:lnTo>
                <a:lnTo>
                  <a:pt x="474642" y="1594827"/>
                </a:lnTo>
                <a:lnTo>
                  <a:pt x="480245" y="1588038"/>
                </a:lnTo>
                <a:lnTo>
                  <a:pt x="489813" y="1580438"/>
                </a:lnTo>
                <a:lnTo>
                  <a:pt x="501441" y="1574881"/>
                </a:lnTo>
                <a:lnTo>
                  <a:pt x="510890" y="1571405"/>
                </a:lnTo>
                <a:lnTo>
                  <a:pt x="519875" y="1566660"/>
                </a:lnTo>
                <a:lnTo>
                  <a:pt x="530110" y="1557301"/>
                </a:lnTo>
                <a:lnTo>
                  <a:pt x="541407" y="1545584"/>
                </a:lnTo>
                <a:lnTo>
                  <a:pt x="552819" y="1535688"/>
                </a:lnTo>
                <a:lnTo>
                  <a:pt x="564928" y="1527148"/>
                </a:lnTo>
                <a:lnTo>
                  <a:pt x="578314" y="1519502"/>
                </a:lnTo>
                <a:lnTo>
                  <a:pt x="591828" y="1510909"/>
                </a:lnTo>
                <a:lnTo>
                  <a:pt x="604405" y="1498960"/>
                </a:lnTo>
                <a:lnTo>
                  <a:pt x="616749" y="1482333"/>
                </a:lnTo>
                <a:lnTo>
                  <a:pt x="629567" y="1459708"/>
                </a:lnTo>
                <a:lnTo>
                  <a:pt x="620234" y="1451805"/>
                </a:lnTo>
                <a:lnTo>
                  <a:pt x="616420" y="1443331"/>
                </a:lnTo>
                <a:lnTo>
                  <a:pt x="615822" y="1436571"/>
                </a:lnTo>
                <a:lnTo>
                  <a:pt x="616134" y="1433810"/>
                </a:lnTo>
                <a:lnTo>
                  <a:pt x="566120" y="1433524"/>
                </a:lnTo>
                <a:lnTo>
                  <a:pt x="527123" y="1428664"/>
                </a:lnTo>
                <a:lnTo>
                  <a:pt x="506822" y="1403024"/>
                </a:lnTo>
                <a:lnTo>
                  <a:pt x="508259" y="1387775"/>
                </a:lnTo>
                <a:lnTo>
                  <a:pt x="516786" y="1375739"/>
                </a:lnTo>
                <a:lnTo>
                  <a:pt x="530682" y="1370113"/>
                </a:lnTo>
                <a:lnTo>
                  <a:pt x="547436" y="1367908"/>
                </a:lnTo>
                <a:lnTo>
                  <a:pt x="565049" y="1362900"/>
                </a:lnTo>
                <a:lnTo>
                  <a:pt x="582553" y="1353430"/>
                </a:lnTo>
                <a:lnTo>
                  <a:pt x="598987" y="1337836"/>
                </a:lnTo>
                <a:lnTo>
                  <a:pt x="615161" y="1320767"/>
                </a:lnTo>
                <a:lnTo>
                  <a:pt x="631782" y="1306903"/>
                </a:lnTo>
                <a:lnTo>
                  <a:pt x="647724" y="1294628"/>
                </a:lnTo>
                <a:lnTo>
                  <a:pt x="661861" y="1282326"/>
                </a:lnTo>
                <a:lnTo>
                  <a:pt x="674597" y="1272722"/>
                </a:lnTo>
                <a:lnTo>
                  <a:pt x="711304" y="1251192"/>
                </a:lnTo>
                <a:lnTo>
                  <a:pt x="737722" y="1207007"/>
                </a:lnTo>
                <a:lnTo>
                  <a:pt x="739979" y="1201776"/>
                </a:lnTo>
                <a:lnTo>
                  <a:pt x="730802" y="1206028"/>
                </a:lnTo>
                <a:lnTo>
                  <a:pt x="709149" y="1215654"/>
                </a:lnTo>
                <a:lnTo>
                  <a:pt x="683833" y="1225957"/>
                </a:lnTo>
                <a:lnTo>
                  <a:pt x="663672" y="1232244"/>
                </a:lnTo>
                <a:lnTo>
                  <a:pt x="651280" y="1234943"/>
                </a:lnTo>
                <a:lnTo>
                  <a:pt x="639629" y="1238909"/>
                </a:lnTo>
                <a:lnTo>
                  <a:pt x="623066" y="1246089"/>
                </a:lnTo>
                <a:lnTo>
                  <a:pt x="595938" y="1258428"/>
                </a:lnTo>
                <a:lnTo>
                  <a:pt x="566445" y="1268898"/>
                </a:lnTo>
                <a:lnTo>
                  <a:pt x="545686" y="1270782"/>
                </a:lnTo>
                <a:lnTo>
                  <a:pt x="532358" y="1266488"/>
                </a:lnTo>
                <a:lnTo>
                  <a:pt x="525156" y="1258428"/>
                </a:lnTo>
                <a:lnTo>
                  <a:pt x="523785" y="1248975"/>
                </a:lnTo>
                <a:lnTo>
                  <a:pt x="527907" y="1239004"/>
                </a:lnTo>
                <a:lnTo>
                  <a:pt x="559492" y="1206940"/>
                </a:lnTo>
                <a:lnTo>
                  <a:pt x="589831" y="1183193"/>
                </a:lnTo>
                <a:lnTo>
                  <a:pt x="610037" y="1172356"/>
                </a:lnTo>
                <a:lnTo>
                  <a:pt x="629519" y="1159670"/>
                </a:lnTo>
                <a:lnTo>
                  <a:pt x="643213" y="1144851"/>
                </a:lnTo>
                <a:lnTo>
                  <a:pt x="651299" y="1132549"/>
                </a:lnTo>
                <a:lnTo>
                  <a:pt x="653955" y="1127415"/>
                </a:lnTo>
                <a:lnTo>
                  <a:pt x="651905" y="1126594"/>
                </a:lnTo>
                <a:lnTo>
                  <a:pt x="645845" y="1125059"/>
                </a:lnTo>
                <a:lnTo>
                  <a:pt x="635909" y="1124202"/>
                </a:lnTo>
                <a:lnTo>
                  <a:pt x="622231" y="1125416"/>
                </a:lnTo>
                <a:lnTo>
                  <a:pt x="606940" y="1127269"/>
                </a:lnTo>
                <a:lnTo>
                  <a:pt x="592997" y="1126677"/>
                </a:lnTo>
                <a:lnTo>
                  <a:pt x="581787" y="1122550"/>
                </a:lnTo>
                <a:lnTo>
                  <a:pt x="574694" y="1113800"/>
                </a:lnTo>
                <a:lnTo>
                  <a:pt x="572990" y="1103067"/>
                </a:lnTo>
                <a:lnTo>
                  <a:pt x="577064" y="1093353"/>
                </a:lnTo>
                <a:lnTo>
                  <a:pt x="586979" y="1084102"/>
                </a:lnTo>
                <a:lnTo>
                  <a:pt x="602797" y="1074762"/>
                </a:lnTo>
                <a:lnTo>
                  <a:pt x="621956" y="1063203"/>
                </a:lnTo>
                <a:lnTo>
                  <a:pt x="641606" y="1049341"/>
                </a:lnTo>
                <a:lnTo>
                  <a:pt x="661381" y="1035692"/>
                </a:lnTo>
                <a:lnTo>
                  <a:pt x="680915" y="1024776"/>
                </a:lnTo>
                <a:lnTo>
                  <a:pt x="695688" y="1016104"/>
                </a:lnTo>
                <a:lnTo>
                  <a:pt x="720341" y="993297"/>
                </a:lnTo>
                <a:lnTo>
                  <a:pt x="745028" y="975360"/>
                </a:lnTo>
                <a:lnTo>
                  <a:pt x="780670" y="945494"/>
                </a:lnTo>
                <a:lnTo>
                  <a:pt x="816822" y="907176"/>
                </a:lnTo>
                <a:lnTo>
                  <a:pt x="844846" y="874124"/>
                </a:lnTo>
                <a:lnTo>
                  <a:pt x="856107" y="860057"/>
                </a:lnTo>
                <a:lnTo>
                  <a:pt x="822574" y="874054"/>
                </a:lnTo>
                <a:lnTo>
                  <a:pt x="810847" y="877340"/>
                </a:lnTo>
                <a:lnTo>
                  <a:pt x="800139" y="876636"/>
                </a:lnTo>
                <a:lnTo>
                  <a:pt x="786001" y="873880"/>
                </a:lnTo>
                <a:lnTo>
                  <a:pt x="742935" y="868336"/>
                </a:lnTo>
                <a:lnTo>
                  <a:pt x="731834" y="863783"/>
                </a:lnTo>
                <a:lnTo>
                  <a:pt x="726448" y="855676"/>
                </a:lnTo>
                <a:lnTo>
                  <a:pt x="722545" y="842348"/>
                </a:lnTo>
                <a:lnTo>
                  <a:pt x="726511" y="825208"/>
                </a:lnTo>
                <a:lnTo>
                  <a:pt x="743694" y="807345"/>
                </a:lnTo>
                <a:lnTo>
                  <a:pt x="768308" y="789607"/>
                </a:lnTo>
                <a:lnTo>
                  <a:pt x="794566" y="772842"/>
                </a:lnTo>
                <a:lnTo>
                  <a:pt x="814266" y="757613"/>
                </a:lnTo>
                <a:lnTo>
                  <a:pt x="825920" y="742838"/>
                </a:lnTo>
                <a:lnTo>
                  <a:pt x="833804" y="726904"/>
                </a:lnTo>
                <a:lnTo>
                  <a:pt x="842198" y="708193"/>
                </a:lnTo>
                <a:lnTo>
                  <a:pt x="855712" y="690424"/>
                </a:lnTo>
                <a:lnTo>
                  <a:pt x="874362" y="674226"/>
                </a:lnTo>
                <a:lnTo>
                  <a:pt x="895530" y="653350"/>
                </a:lnTo>
                <a:lnTo>
                  <a:pt x="916600" y="621549"/>
                </a:lnTo>
                <a:lnTo>
                  <a:pt x="893485" y="628876"/>
                </a:lnTo>
                <a:lnTo>
                  <a:pt x="871718" y="628821"/>
                </a:lnTo>
                <a:lnTo>
                  <a:pt x="854078" y="621321"/>
                </a:lnTo>
                <a:lnTo>
                  <a:pt x="843341" y="606315"/>
                </a:lnTo>
                <a:lnTo>
                  <a:pt x="845360" y="585205"/>
                </a:lnTo>
                <a:lnTo>
                  <a:pt x="862918" y="558328"/>
                </a:lnTo>
                <a:lnTo>
                  <a:pt x="894195" y="524024"/>
                </a:lnTo>
                <a:lnTo>
                  <a:pt x="937368" y="480634"/>
                </a:lnTo>
                <a:lnTo>
                  <a:pt x="919008" y="486445"/>
                </a:lnTo>
                <a:lnTo>
                  <a:pt x="900167" y="485061"/>
                </a:lnTo>
                <a:lnTo>
                  <a:pt x="885898" y="475680"/>
                </a:lnTo>
                <a:lnTo>
                  <a:pt x="881257" y="457497"/>
                </a:lnTo>
                <a:lnTo>
                  <a:pt x="900140" y="434454"/>
                </a:lnTo>
                <a:lnTo>
                  <a:pt x="939726" y="410260"/>
                </a:lnTo>
                <a:lnTo>
                  <a:pt x="979990" y="383762"/>
                </a:lnTo>
                <a:lnTo>
                  <a:pt x="1000909" y="353810"/>
                </a:lnTo>
                <a:lnTo>
                  <a:pt x="1007033" y="328636"/>
                </a:lnTo>
                <a:lnTo>
                  <a:pt x="1015104" y="311726"/>
                </a:lnTo>
                <a:lnTo>
                  <a:pt x="1023389" y="294817"/>
                </a:lnTo>
                <a:lnTo>
                  <a:pt x="1030156" y="269642"/>
                </a:lnTo>
                <a:lnTo>
                  <a:pt x="1041025" y="241583"/>
                </a:lnTo>
                <a:lnTo>
                  <a:pt x="1057878" y="216406"/>
                </a:lnTo>
                <a:lnTo>
                  <a:pt x="1073373" y="186428"/>
                </a:lnTo>
                <a:lnTo>
                  <a:pt x="1080170" y="143961"/>
                </a:lnTo>
                <a:lnTo>
                  <a:pt x="1083887" y="92627"/>
                </a:lnTo>
                <a:lnTo>
                  <a:pt x="1093400" y="46344"/>
                </a:lnTo>
                <a:lnTo>
                  <a:pt x="1106253" y="12880"/>
                </a:lnTo>
                <a:lnTo>
                  <a:pt x="1119991" y="0"/>
                </a:lnTo>
                <a:lnTo>
                  <a:pt x="1133758" y="12865"/>
                </a:lnTo>
                <a:lnTo>
                  <a:pt x="1146677" y="46297"/>
                </a:lnTo>
                <a:lnTo>
                  <a:pt x="1156256" y="92546"/>
                </a:lnTo>
                <a:lnTo>
                  <a:pt x="1160002" y="143866"/>
                </a:lnTo>
                <a:lnTo>
                  <a:pt x="1166799" y="186332"/>
                </a:lnTo>
                <a:lnTo>
                  <a:pt x="1182294" y="216311"/>
                </a:lnTo>
                <a:lnTo>
                  <a:pt x="1199147" y="241487"/>
                </a:lnTo>
                <a:lnTo>
                  <a:pt x="1210016" y="269547"/>
                </a:lnTo>
                <a:lnTo>
                  <a:pt x="1216770" y="294735"/>
                </a:lnTo>
                <a:lnTo>
                  <a:pt x="1233099" y="328580"/>
                </a:lnTo>
                <a:lnTo>
                  <a:pt x="1239263" y="353715"/>
                </a:lnTo>
                <a:lnTo>
                  <a:pt x="1260222" y="383627"/>
                </a:lnTo>
                <a:lnTo>
                  <a:pt x="1300482" y="410128"/>
                </a:lnTo>
                <a:lnTo>
                  <a:pt x="1340046" y="434345"/>
                </a:lnTo>
                <a:lnTo>
                  <a:pt x="1358915" y="457402"/>
                </a:lnTo>
                <a:lnTo>
                  <a:pt x="1354288" y="475584"/>
                </a:lnTo>
                <a:lnTo>
                  <a:pt x="1340041" y="484966"/>
                </a:lnTo>
                <a:lnTo>
                  <a:pt x="1321204" y="486349"/>
                </a:lnTo>
                <a:lnTo>
                  <a:pt x="1302804" y="480538"/>
                </a:lnTo>
                <a:lnTo>
                  <a:pt x="1346031" y="523929"/>
                </a:lnTo>
                <a:lnTo>
                  <a:pt x="1377325" y="558232"/>
                </a:lnTo>
                <a:lnTo>
                  <a:pt x="1394866" y="585109"/>
                </a:lnTo>
                <a:lnTo>
                  <a:pt x="1396831" y="606219"/>
                </a:lnTo>
                <a:lnTo>
                  <a:pt x="1386054" y="621226"/>
                </a:lnTo>
                <a:lnTo>
                  <a:pt x="1368418" y="628725"/>
                </a:lnTo>
                <a:lnTo>
                  <a:pt x="1346674" y="628780"/>
                </a:lnTo>
                <a:lnTo>
                  <a:pt x="1323572" y="621453"/>
                </a:lnTo>
                <a:lnTo>
                  <a:pt x="1344642" y="653268"/>
                </a:lnTo>
                <a:lnTo>
                  <a:pt x="1365810" y="674166"/>
                </a:lnTo>
                <a:lnTo>
                  <a:pt x="1384460" y="690368"/>
                </a:lnTo>
                <a:lnTo>
                  <a:pt x="1397974" y="708097"/>
                </a:lnTo>
                <a:lnTo>
                  <a:pt x="1414217" y="742707"/>
                </a:lnTo>
                <a:lnTo>
                  <a:pt x="1445606" y="772747"/>
                </a:lnTo>
                <a:lnTo>
                  <a:pt x="1471904" y="789525"/>
                </a:lnTo>
                <a:lnTo>
                  <a:pt x="1496514" y="807285"/>
                </a:lnTo>
                <a:lnTo>
                  <a:pt x="1513675" y="825152"/>
                </a:lnTo>
                <a:lnTo>
                  <a:pt x="1517627" y="842252"/>
                </a:lnTo>
                <a:lnTo>
                  <a:pt x="1513724" y="855540"/>
                </a:lnTo>
                <a:lnTo>
                  <a:pt x="1508338" y="863651"/>
                </a:lnTo>
                <a:lnTo>
                  <a:pt x="1497237" y="868227"/>
                </a:lnTo>
                <a:lnTo>
                  <a:pt x="1454171" y="873784"/>
                </a:lnTo>
                <a:lnTo>
                  <a:pt x="1440033" y="876541"/>
                </a:lnTo>
                <a:lnTo>
                  <a:pt x="1429325" y="877244"/>
                </a:lnTo>
                <a:lnTo>
                  <a:pt x="1417598" y="873958"/>
                </a:lnTo>
                <a:lnTo>
                  <a:pt x="1404642" y="868437"/>
                </a:lnTo>
                <a:lnTo>
                  <a:pt x="1384065" y="859962"/>
                </a:lnTo>
                <a:lnTo>
                  <a:pt x="1423350" y="907080"/>
                </a:lnTo>
                <a:lnTo>
                  <a:pt x="1459502" y="945399"/>
                </a:lnTo>
                <a:lnTo>
                  <a:pt x="1495144" y="975264"/>
                </a:lnTo>
                <a:lnTo>
                  <a:pt x="1519845" y="993202"/>
                </a:lnTo>
                <a:lnTo>
                  <a:pt x="1544524" y="1016008"/>
                </a:lnTo>
                <a:lnTo>
                  <a:pt x="1559257" y="1024680"/>
                </a:lnTo>
                <a:lnTo>
                  <a:pt x="1578751" y="1035583"/>
                </a:lnTo>
                <a:lnTo>
                  <a:pt x="1598530" y="1049209"/>
                </a:lnTo>
                <a:lnTo>
                  <a:pt x="1618203" y="1063067"/>
                </a:lnTo>
                <a:lnTo>
                  <a:pt x="1637375" y="1074667"/>
                </a:lnTo>
                <a:lnTo>
                  <a:pt x="1653193" y="1084033"/>
                </a:lnTo>
                <a:lnTo>
                  <a:pt x="1663108" y="1093257"/>
                </a:lnTo>
                <a:lnTo>
                  <a:pt x="1667182" y="1102945"/>
                </a:lnTo>
                <a:lnTo>
                  <a:pt x="1665478" y="1113704"/>
                </a:lnTo>
                <a:lnTo>
                  <a:pt x="1658398" y="1122508"/>
                </a:lnTo>
                <a:lnTo>
                  <a:pt x="1647211" y="1126653"/>
                </a:lnTo>
                <a:lnTo>
                  <a:pt x="1633272" y="1127227"/>
                </a:lnTo>
                <a:lnTo>
                  <a:pt x="1617941" y="1125320"/>
                </a:lnTo>
                <a:lnTo>
                  <a:pt x="1604222" y="1124066"/>
                </a:lnTo>
                <a:lnTo>
                  <a:pt x="1594291" y="1124927"/>
                </a:lnTo>
                <a:lnTo>
                  <a:pt x="1588254" y="1126485"/>
                </a:lnTo>
                <a:lnTo>
                  <a:pt x="1586217" y="1127319"/>
                </a:lnTo>
                <a:lnTo>
                  <a:pt x="1588873" y="1132440"/>
                </a:lnTo>
                <a:lnTo>
                  <a:pt x="1596958" y="1144720"/>
                </a:lnTo>
                <a:lnTo>
                  <a:pt x="1610653" y="1159534"/>
                </a:lnTo>
                <a:lnTo>
                  <a:pt x="1630134" y="1172260"/>
                </a:lnTo>
                <a:lnTo>
                  <a:pt x="1650341" y="1183138"/>
                </a:lnTo>
                <a:lnTo>
                  <a:pt x="1666823" y="1194944"/>
                </a:lnTo>
                <a:lnTo>
                  <a:pt x="1704017" y="1228581"/>
                </a:lnTo>
                <a:lnTo>
                  <a:pt x="1716386" y="1248879"/>
                </a:lnTo>
                <a:lnTo>
                  <a:pt x="1715015" y="1258332"/>
                </a:lnTo>
                <a:lnTo>
                  <a:pt x="1707814" y="1266393"/>
                </a:lnTo>
                <a:lnTo>
                  <a:pt x="1694486" y="1270686"/>
                </a:lnTo>
                <a:lnTo>
                  <a:pt x="1673727" y="1268803"/>
                </a:lnTo>
                <a:lnTo>
                  <a:pt x="1644234" y="1258332"/>
                </a:lnTo>
                <a:lnTo>
                  <a:pt x="1617105" y="1245993"/>
                </a:lnTo>
                <a:lnTo>
                  <a:pt x="1600543" y="1238814"/>
                </a:lnTo>
                <a:lnTo>
                  <a:pt x="1588892" y="1234847"/>
                </a:lnTo>
                <a:lnTo>
                  <a:pt x="1576500" y="1232149"/>
                </a:lnTo>
                <a:lnTo>
                  <a:pt x="1556338" y="1225862"/>
                </a:lnTo>
                <a:lnTo>
                  <a:pt x="1531023" y="1215558"/>
                </a:lnTo>
                <a:lnTo>
                  <a:pt x="1509370" y="1205933"/>
                </a:lnTo>
                <a:lnTo>
                  <a:pt x="1500193" y="1201681"/>
                </a:lnTo>
                <a:lnTo>
                  <a:pt x="1502436" y="1206911"/>
                </a:lnTo>
                <a:lnTo>
                  <a:pt x="1528868" y="1251096"/>
                </a:lnTo>
                <a:lnTo>
                  <a:pt x="1565628" y="1272626"/>
                </a:lnTo>
                <a:lnTo>
                  <a:pt x="1578310" y="1282231"/>
                </a:lnTo>
                <a:lnTo>
                  <a:pt x="1592408" y="1294546"/>
                </a:lnTo>
                <a:lnTo>
                  <a:pt x="1608355" y="1306843"/>
                </a:lnTo>
                <a:lnTo>
                  <a:pt x="1624998" y="1320712"/>
                </a:lnTo>
                <a:lnTo>
                  <a:pt x="1657618" y="1353294"/>
                </a:lnTo>
                <a:lnTo>
                  <a:pt x="1709490" y="1370017"/>
                </a:lnTo>
                <a:lnTo>
                  <a:pt x="1723399" y="1375644"/>
                </a:lnTo>
                <a:lnTo>
                  <a:pt x="1731949" y="1387679"/>
                </a:lnTo>
                <a:lnTo>
                  <a:pt x="1733390" y="1402928"/>
                </a:lnTo>
                <a:lnTo>
                  <a:pt x="1725971" y="1418195"/>
                </a:lnTo>
                <a:lnTo>
                  <a:pt x="1713009" y="1428569"/>
                </a:lnTo>
                <a:lnTo>
                  <a:pt x="1699511" y="1432917"/>
                </a:lnTo>
                <a:lnTo>
                  <a:pt x="1686263" y="1433713"/>
                </a:lnTo>
                <a:lnTo>
                  <a:pt x="1674052" y="1433429"/>
                </a:lnTo>
                <a:lnTo>
                  <a:pt x="1624038" y="1433715"/>
                </a:lnTo>
                <a:lnTo>
                  <a:pt x="1624337" y="1436476"/>
                </a:lnTo>
                <a:lnTo>
                  <a:pt x="1623716" y="1443236"/>
                </a:lnTo>
                <a:lnTo>
                  <a:pt x="1619898" y="1451710"/>
                </a:lnTo>
                <a:lnTo>
                  <a:pt x="1610605" y="1459612"/>
                </a:lnTo>
                <a:lnTo>
                  <a:pt x="1623423" y="1482251"/>
                </a:lnTo>
                <a:lnTo>
                  <a:pt x="1635767" y="1498900"/>
                </a:lnTo>
                <a:lnTo>
                  <a:pt x="1648344" y="1510853"/>
                </a:lnTo>
                <a:lnTo>
                  <a:pt x="1661858" y="1519406"/>
                </a:lnTo>
                <a:lnTo>
                  <a:pt x="1675244" y="1527013"/>
                </a:lnTo>
                <a:lnTo>
                  <a:pt x="1687353" y="1535557"/>
                </a:lnTo>
                <a:lnTo>
                  <a:pt x="1698765" y="1545475"/>
                </a:lnTo>
                <a:lnTo>
                  <a:pt x="1710062" y="1557206"/>
                </a:lnTo>
                <a:lnTo>
                  <a:pt x="1720310" y="1566551"/>
                </a:lnTo>
                <a:lnTo>
                  <a:pt x="1729317" y="1571273"/>
                </a:lnTo>
                <a:lnTo>
                  <a:pt x="1738771" y="1574746"/>
                </a:lnTo>
                <a:lnTo>
                  <a:pt x="1750359" y="1580342"/>
                </a:lnTo>
                <a:lnTo>
                  <a:pt x="1759887" y="1587983"/>
                </a:lnTo>
                <a:lnTo>
                  <a:pt x="1765494" y="1594767"/>
                </a:lnTo>
                <a:lnTo>
                  <a:pt x="1772370" y="1599837"/>
                </a:lnTo>
                <a:lnTo>
                  <a:pt x="1785702" y="1602336"/>
                </a:lnTo>
                <a:lnTo>
                  <a:pt x="1800867" y="1604818"/>
                </a:lnTo>
                <a:lnTo>
                  <a:pt x="1810495" y="1610263"/>
                </a:lnTo>
                <a:lnTo>
                  <a:pt x="1815657" y="1618457"/>
                </a:lnTo>
                <a:lnTo>
                  <a:pt x="1817425" y="1629187"/>
                </a:lnTo>
                <a:lnTo>
                  <a:pt x="1817613" y="1640204"/>
                </a:lnTo>
                <a:lnTo>
                  <a:pt x="1816782" y="1649491"/>
                </a:lnTo>
                <a:lnTo>
                  <a:pt x="1749883" y="1669783"/>
                </a:lnTo>
                <a:lnTo>
                  <a:pt x="1697773" y="1670699"/>
                </a:lnTo>
                <a:lnTo>
                  <a:pt x="1699221" y="1677538"/>
                </a:lnTo>
                <a:lnTo>
                  <a:pt x="1716300" y="1715246"/>
                </a:lnTo>
                <a:lnTo>
                  <a:pt x="1757952" y="1748268"/>
                </a:lnTo>
                <a:lnTo>
                  <a:pt x="1790774" y="1762895"/>
                </a:lnTo>
                <a:lnTo>
                  <a:pt x="1799039" y="1769530"/>
                </a:lnTo>
                <a:lnTo>
                  <a:pt x="1806079" y="1774807"/>
                </a:lnTo>
                <a:lnTo>
                  <a:pt x="1815199" y="1777397"/>
                </a:lnTo>
                <a:lnTo>
                  <a:pt x="1823408" y="1780791"/>
                </a:lnTo>
                <a:lnTo>
                  <a:pt x="1827714" y="1788478"/>
                </a:lnTo>
                <a:lnTo>
                  <a:pt x="1827757" y="1798859"/>
                </a:lnTo>
                <a:lnTo>
                  <a:pt x="1824487" y="1807401"/>
                </a:lnTo>
                <a:lnTo>
                  <a:pt x="1816876" y="1813194"/>
                </a:lnTo>
                <a:lnTo>
                  <a:pt x="1803898" y="1815328"/>
                </a:lnTo>
                <a:lnTo>
                  <a:pt x="1792866" y="1822887"/>
                </a:lnTo>
                <a:lnTo>
                  <a:pt x="1781951" y="1826384"/>
                </a:lnTo>
                <a:lnTo>
                  <a:pt x="1770125" y="1827258"/>
                </a:lnTo>
                <a:lnTo>
                  <a:pt x="1756361" y="1826944"/>
                </a:lnTo>
                <a:lnTo>
                  <a:pt x="1735675" y="1822418"/>
                </a:lnTo>
                <a:lnTo>
                  <a:pt x="1709764" y="1813019"/>
                </a:lnTo>
                <a:lnTo>
                  <a:pt x="1687622" y="1803727"/>
                </a:lnTo>
                <a:lnTo>
                  <a:pt x="1678243" y="1799522"/>
                </a:lnTo>
                <a:lnTo>
                  <a:pt x="1682700" y="1804607"/>
                </a:lnTo>
                <a:lnTo>
                  <a:pt x="1695177" y="1816994"/>
                </a:lnTo>
                <a:lnTo>
                  <a:pt x="1714334" y="1832380"/>
                </a:lnTo>
                <a:lnTo>
                  <a:pt x="1738832" y="1846462"/>
                </a:lnTo>
                <a:lnTo>
                  <a:pt x="1763958" y="1861269"/>
                </a:lnTo>
                <a:lnTo>
                  <a:pt x="1784869" y="1878870"/>
                </a:lnTo>
                <a:lnTo>
                  <a:pt x="1800028" y="1895025"/>
                </a:lnTo>
                <a:lnTo>
                  <a:pt x="1807899" y="1905494"/>
                </a:lnTo>
                <a:lnTo>
                  <a:pt x="1816130" y="1913052"/>
                </a:lnTo>
                <a:lnTo>
                  <a:pt x="1830096" y="1923251"/>
                </a:lnTo>
                <a:lnTo>
                  <a:pt x="1844847" y="1936022"/>
                </a:lnTo>
                <a:lnTo>
                  <a:pt x="1855436" y="1951292"/>
                </a:lnTo>
                <a:lnTo>
                  <a:pt x="1871451" y="1960579"/>
                </a:lnTo>
                <a:lnTo>
                  <a:pt x="1885599" y="1966752"/>
                </a:lnTo>
                <a:lnTo>
                  <a:pt x="1896336" y="1972406"/>
                </a:lnTo>
                <a:lnTo>
                  <a:pt x="1902116" y="1980141"/>
                </a:lnTo>
                <a:lnTo>
                  <a:pt x="1916312" y="1984119"/>
                </a:lnTo>
                <a:lnTo>
                  <a:pt x="1925658" y="1991257"/>
                </a:lnTo>
                <a:lnTo>
                  <a:pt x="1928735" y="2001644"/>
                </a:lnTo>
                <a:lnTo>
                  <a:pt x="1924122" y="2015370"/>
                </a:lnTo>
                <a:lnTo>
                  <a:pt x="1911897" y="2027782"/>
                </a:lnTo>
                <a:lnTo>
                  <a:pt x="1893625" y="2034757"/>
                </a:lnTo>
                <a:lnTo>
                  <a:pt x="1870120" y="2037181"/>
                </a:lnTo>
                <a:lnTo>
                  <a:pt x="1842194" y="2035936"/>
                </a:lnTo>
                <a:lnTo>
                  <a:pt x="1811447" y="2028642"/>
                </a:lnTo>
                <a:lnTo>
                  <a:pt x="1782630" y="2016215"/>
                </a:lnTo>
                <a:lnTo>
                  <a:pt x="1761279" y="2004484"/>
                </a:lnTo>
                <a:lnTo>
                  <a:pt x="1752931" y="1999279"/>
                </a:lnTo>
                <a:lnTo>
                  <a:pt x="1742520" y="2002061"/>
                </a:lnTo>
                <a:lnTo>
                  <a:pt x="1717731" y="2006467"/>
                </a:lnTo>
                <a:lnTo>
                  <a:pt x="1688225" y="2006589"/>
                </a:lnTo>
                <a:lnTo>
                  <a:pt x="1663668" y="1996518"/>
                </a:lnTo>
                <a:lnTo>
                  <a:pt x="1685513" y="2018678"/>
                </a:lnTo>
                <a:lnTo>
                  <a:pt x="1708752" y="2032270"/>
                </a:lnTo>
                <a:lnTo>
                  <a:pt x="1731883" y="2045362"/>
                </a:lnTo>
                <a:lnTo>
                  <a:pt x="1753407" y="2066023"/>
                </a:lnTo>
                <a:lnTo>
                  <a:pt x="1770214" y="2094870"/>
                </a:lnTo>
                <a:lnTo>
                  <a:pt x="1780903" y="2123056"/>
                </a:lnTo>
                <a:lnTo>
                  <a:pt x="1786537" y="2144458"/>
                </a:lnTo>
                <a:lnTo>
                  <a:pt x="1788179" y="2152952"/>
                </a:lnTo>
                <a:lnTo>
                  <a:pt x="1818366" y="2178481"/>
                </a:lnTo>
                <a:lnTo>
                  <a:pt x="1843762" y="2200953"/>
                </a:lnTo>
                <a:lnTo>
                  <a:pt x="1865058" y="2221506"/>
                </a:lnTo>
                <a:lnTo>
                  <a:pt x="1903735" y="2240679"/>
                </a:lnTo>
                <a:lnTo>
                  <a:pt x="1917733" y="2246691"/>
                </a:lnTo>
                <a:lnTo>
                  <a:pt x="1928695" y="2248927"/>
                </a:lnTo>
                <a:lnTo>
                  <a:pt x="1940153" y="2249884"/>
                </a:lnTo>
                <a:lnTo>
                  <a:pt x="1952987" y="2253152"/>
                </a:lnTo>
                <a:lnTo>
                  <a:pt x="1963606" y="2259330"/>
                </a:lnTo>
                <a:lnTo>
                  <a:pt x="1968420" y="2269017"/>
                </a:lnTo>
                <a:lnTo>
                  <a:pt x="1965020" y="2282557"/>
                </a:lnTo>
                <a:lnTo>
                  <a:pt x="1952154" y="2297140"/>
                </a:lnTo>
                <a:lnTo>
                  <a:pt x="1927962" y="2308636"/>
                </a:lnTo>
                <a:lnTo>
                  <a:pt x="1890589" y="2312910"/>
                </a:lnTo>
                <a:lnTo>
                  <a:pt x="1870674" y="2324322"/>
                </a:lnTo>
                <a:lnTo>
                  <a:pt x="1853662" y="2328156"/>
                </a:lnTo>
                <a:lnTo>
                  <a:pt x="1837846" y="2325295"/>
                </a:lnTo>
                <a:lnTo>
                  <a:pt x="1821522" y="2316623"/>
                </a:lnTo>
                <a:lnTo>
                  <a:pt x="1799783" y="2305997"/>
                </a:lnTo>
                <a:lnTo>
                  <a:pt x="1769793" y="2297664"/>
                </a:lnTo>
                <a:lnTo>
                  <a:pt x="1732943" y="2293098"/>
                </a:lnTo>
                <a:lnTo>
                  <a:pt x="1690627" y="2293772"/>
                </a:lnTo>
                <a:lnTo>
                  <a:pt x="1735337" y="2324453"/>
                </a:lnTo>
                <a:lnTo>
                  <a:pt x="1779581" y="2355982"/>
                </a:lnTo>
                <a:lnTo>
                  <a:pt x="1822290" y="2387136"/>
                </a:lnTo>
                <a:lnTo>
                  <a:pt x="1862390" y="2416692"/>
                </a:lnTo>
                <a:lnTo>
                  <a:pt x="1901392" y="2443292"/>
                </a:lnTo>
                <a:lnTo>
                  <a:pt x="1939555" y="2465322"/>
                </a:lnTo>
                <a:lnTo>
                  <a:pt x="1973931" y="2481175"/>
                </a:lnTo>
                <a:lnTo>
                  <a:pt x="2001572" y="2489244"/>
                </a:lnTo>
                <a:lnTo>
                  <a:pt x="2016252" y="2498468"/>
                </a:lnTo>
                <a:lnTo>
                  <a:pt x="1976518" y="2542278"/>
                </a:lnTo>
                <a:lnTo>
                  <a:pt x="1925241" y="2549193"/>
                </a:lnTo>
                <a:lnTo>
                  <a:pt x="1903259" y="2550181"/>
                </a:lnTo>
                <a:lnTo>
                  <a:pt x="1908088" y="2556790"/>
                </a:lnTo>
                <a:lnTo>
                  <a:pt x="1923169" y="2573496"/>
                </a:lnTo>
                <a:lnTo>
                  <a:pt x="1949397" y="2595611"/>
                </a:lnTo>
                <a:lnTo>
                  <a:pt x="1987664" y="2618448"/>
                </a:lnTo>
                <a:lnTo>
                  <a:pt x="2029381" y="2641555"/>
                </a:lnTo>
                <a:lnTo>
                  <a:pt x="2066186" y="2663198"/>
                </a:lnTo>
                <a:lnTo>
                  <a:pt x="2099311" y="2676772"/>
                </a:lnTo>
                <a:lnTo>
                  <a:pt x="2129989" y="2675671"/>
                </a:lnTo>
                <a:lnTo>
                  <a:pt x="2150684" y="2673867"/>
                </a:lnTo>
                <a:lnTo>
                  <a:pt x="2156151" y="2684586"/>
                </a:lnTo>
                <a:lnTo>
                  <a:pt x="2151062" y="2700107"/>
                </a:lnTo>
                <a:lnTo>
                  <a:pt x="2140087" y="2712709"/>
                </a:lnTo>
                <a:lnTo>
                  <a:pt x="2126688" y="2720410"/>
                </a:lnTo>
                <a:lnTo>
                  <a:pt x="2112556" y="2727039"/>
                </a:lnTo>
                <a:lnTo>
                  <a:pt x="2099710" y="2733597"/>
                </a:lnTo>
                <a:lnTo>
                  <a:pt x="2090168" y="2741083"/>
                </a:lnTo>
                <a:lnTo>
                  <a:pt x="2083058" y="2747563"/>
                </a:lnTo>
                <a:lnTo>
                  <a:pt x="2074152" y="2751152"/>
                </a:lnTo>
                <a:lnTo>
                  <a:pt x="2060441" y="2752919"/>
                </a:lnTo>
                <a:lnTo>
                  <a:pt x="2038916" y="2753937"/>
                </a:lnTo>
                <a:lnTo>
                  <a:pt x="2011969" y="2748712"/>
                </a:lnTo>
                <a:lnTo>
                  <a:pt x="1985675" y="2735917"/>
                </a:lnTo>
                <a:lnTo>
                  <a:pt x="1962542" y="2722873"/>
                </a:lnTo>
                <a:lnTo>
                  <a:pt x="1945080" y="2716899"/>
                </a:lnTo>
                <a:lnTo>
                  <a:pt x="1937215" y="2721329"/>
                </a:lnTo>
                <a:lnTo>
                  <a:pt x="1936673" y="2731419"/>
                </a:lnTo>
                <a:lnTo>
                  <a:pt x="1936667" y="2742365"/>
                </a:lnTo>
                <a:lnTo>
                  <a:pt x="1930409" y="2749366"/>
                </a:lnTo>
                <a:lnTo>
                  <a:pt x="1916673" y="2752658"/>
                </a:lnTo>
                <a:lnTo>
                  <a:pt x="1898257" y="2753496"/>
                </a:lnTo>
                <a:lnTo>
                  <a:pt x="1874411" y="2748603"/>
                </a:lnTo>
                <a:lnTo>
                  <a:pt x="1844385" y="2734703"/>
                </a:lnTo>
                <a:lnTo>
                  <a:pt x="1815524" y="2719170"/>
                </a:lnTo>
                <a:lnTo>
                  <a:pt x="1795407" y="2710341"/>
                </a:lnTo>
                <a:lnTo>
                  <a:pt x="1783631" y="2706385"/>
                </a:lnTo>
                <a:lnTo>
                  <a:pt x="1779795" y="2705473"/>
                </a:lnTo>
                <a:lnTo>
                  <a:pt x="1787013" y="2720096"/>
                </a:lnTo>
                <a:lnTo>
                  <a:pt x="1809530" y="2755829"/>
                </a:lnTo>
                <a:lnTo>
                  <a:pt x="1848641" y="2800470"/>
                </a:lnTo>
                <a:lnTo>
                  <a:pt x="1905640" y="2841818"/>
                </a:lnTo>
                <a:lnTo>
                  <a:pt x="1962929" y="2866969"/>
                </a:lnTo>
                <a:lnTo>
                  <a:pt x="2003632" y="2877213"/>
                </a:lnTo>
                <a:lnTo>
                  <a:pt x="2030135" y="2881637"/>
                </a:lnTo>
                <a:lnTo>
                  <a:pt x="2044822" y="2889329"/>
                </a:lnTo>
                <a:lnTo>
                  <a:pt x="2050491" y="2902095"/>
                </a:lnTo>
                <a:lnTo>
                  <a:pt x="2050515" y="2914120"/>
                </a:lnTo>
                <a:lnTo>
                  <a:pt x="2048145" y="2923057"/>
                </a:lnTo>
                <a:lnTo>
                  <a:pt x="2046632" y="2926557"/>
                </a:lnTo>
                <a:lnTo>
                  <a:pt x="2056001" y="2929658"/>
                </a:lnTo>
                <a:lnTo>
                  <a:pt x="2084072" y="2935793"/>
                </a:lnTo>
                <a:lnTo>
                  <a:pt x="2130790" y="2940214"/>
                </a:lnTo>
                <a:lnTo>
                  <a:pt x="2196103" y="2938173"/>
                </a:lnTo>
                <a:lnTo>
                  <a:pt x="2240553" y="2941702"/>
                </a:lnTo>
                <a:lnTo>
                  <a:pt x="2217946" y="2979883"/>
                </a:lnTo>
                <a:lnTo>
                  <a:pt x="2182768" y="3005227"/>
                </a:lnTo>
                <a:lnTo>
                  <a:pt x="2122944" y="3032375"/>
                </a:lnTo>
                <a:lnTo>
                  <a:pt x="2063005" y="3045196"/>
                </a:lnTo>
                <a:lnTo>
                  <a:pt x="1979852" y="3059094"/>
                </a:lnTo>
                <a:lnTo>
                  <a:pt x="1987745" y="3066588"/>
                </a:lnTo>
                <a:lnTo>
                  <a:pt x="2004561" y="3084766"/>
                </a:lnTo>
                <a:lnTo>
                  <a:pt x="2020002" y="3107175"/>
                </a:lnTo>
                <a:lnTo>
                  <a:pt x="2023769" y="3127362"/>
                </a:lnTo>
                <a:lnTo>
                  <a:pt x="2006961" y="3137658"/>
                </a:lnTo>
                <a:lnTo>
                  <a:pt x="1973612" y="3137895"/>
                </a:lnTo>
                <a:lnTo>
                  <a:pt x="1932833" y="3132865"/>
                </a:lnTo>
                <a:lnTo>
                  <a:pt x="1893732" y="3127362"/>
                </a:lnTo>
                <a:lnTo>
                  <a:pt x="1854903" y="3123177"/>
                </a:lnTo>
                <a:lnTo>
                  <a:pt x="1811376" y="3116019"/>
                </a:lnTo>
                <a:lnTo>
                  <a:pt x="1766920" y="3101560"/>
                </a:lnTo>
                <a:lnTo>
                  <a:pt x="1725304" y="3075471"/>
                </a:lnTo>
                <a:lnTo>
                  <a:pt x="1751837" y="3101132"/>
                </a:lnTo>
                <a:lnTo>
                  <a:pt x="1766018" y="3120947"/>
                </a:lnTo>
                <a:lnTo>
                  <a:pt x="1768535" y="3135709"/>
                </a:lnTo>
                <a:lnTo>
                  <a:pt x="1760076" y="3146214"/>
                </a:lnTo>
                <a:lnTo>
                  <a:pt x="1731435" y="3151589"/>
                </a:lnTo>
                <a:lnTo>
                  <a:pt x="1680994" y="3150581"/>
                </a:lnTo>
                <a:lnTo>
                  <a:pt x="1620818" y="3143415"/>
                </a:lnTo>
                <a:lnTo>
                  <a:pt x="1562972" y="3130313"/>
                </a:lnTo>
                <a:lnTo>
                  <a:pt x="1579324" y="3155170"/>
                </a:lnTo>
                <a:lnTo>
                  <a:pt x="1584752" y="3172707"/>
                </a:lnTo>
                <a:lnTo>
                  <a:pt x="1581125" y="3185209"/>
                </a:lnTo>
                <a:lnTo>
                  <a:pt x="1570308" y="3194963"/>
                </a:lnTo>
                <a:lnTo>
                  <a:pt x="1535654" y="3200104"/>
                </a:lnTo>
                <a:lnTo>
                  <a:pt x="1477341" y="3199533"/>
                </a:lnTo>
                <a:lnTo>
                  <a:pt x="1422476" y="3196676"/>
                </a:lnTo>
                <a:lnTo>
                  <a:pt x="1398164" y="3194963"/>
                </a:lnTo>
                <a:lnTo>
                  <a:pt x="1400629" y="3198627"/>
                </a:lnTo>
                <a:lnTo>
                  <a:pt x="1405095" y="3207424"/>
                </a:lnTo>
                <a:lnTo>
                  <a:pt x="1407167" y="3218059"/>
                </a:lnTo>
                <a:lnTo>
                  <a:pt x="1402451" y="3227240"/>
                </a:lnTo>
                <a:lnTo>
                  <a:pt x="1372380" y="3229285"/>
                </a:lnTo>
                <a:lnTo>
                  <a:pt x="1316427" y="3222396"/>
                </a:lnTo>
                <a:lnTo>
                  <a:pt x="1257258" y="3209097"/>
                </a:lnTo>
                <a:lnTo>
                  <a:pt x="1217542" y="3191916"/>
                </a:lnTo>
                <a:lnTo>
                  <a:pt x="1224877" y="3365108"/>
                </a:lnTo>
                <a:lnTo>
                  <a:pt x="1841229" y="3369125"/>
                </a:lnTo>
                <a:lnTo>
                  <a:pt x="1992617" y="3370535"/>
                </a:lnTo>
                <a:lnTo>
                  <a:pt x="2047311" y="3378730"/>
                </a:lnTo>
                <a:lnTo>
                  <a:pt x="2095003" y="3395457"/>
                </a:lnTo>
                <a:lnTo>
                  <a:pt x="2128727" y="3411935"/>
                </a:lnTo>
                <a:lnTo>
                  <a:pt x="2141516" y="3419380"/>
                </a:lnTo>
                <a:close/>
              </a:path>
            </a:pathLst>
          </a:custGeom>
          <a:solidFill>
            <a:srgbClr val="000000">
              <a:alpha val="7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DDEA16-73FC-D399-21EE-DE50A355505A}"/>
              </a:ext>
            </a:extLst>
          </p:cNvPr>
          <p:cNvSpPr txBox="1"/>
          <p:nvPr/>
        </p:nvSpPr>
        <p:spPr>
          <a:xfrm>
            <a:off x="7620000" y="4791462"/>
            <a:ext cx="42110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on Organizations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 project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productivity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F25888-BA05-3397-063A-85D3DF4ADD78}"/>
              </a:ext>
            </a:extLst>
          </p:cNvPr>
          <p:cNvSpPr txBox="1"/>
          <p:nvPr/>
        </p:nvSpPr>
        <p:spPr>
          <a:xfrm>
            <a:off x="12689945" y="1593556"/>
            <a:ext cx="591741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Relevant SDGs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8:Decent Work &amp; Economic Growth.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&amp; Infrastructure.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5FC5E74-1A62-0C49-A34C-4B6E8FDE9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741E64A-10E0-E523-9BAE-3E6AA46FFF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FD8FB444-E03B-029B-F2C5-1778CFE9F5C2}"/>
              </a:ext>
            </a:extLst>
          </p:cNvPr>
          <p:cNvGrpSpPr/>
          <p:nvPr/>
        </p:nvGrpSpPr>
        <p:grpSpPr>
          <a:xfrm>
            <a:off x="3326548" y="114300"/>
            <a:ext cx="11635105" cy="163195"/>
            <a:chOff x="3326548" y="1028700"/>
            <a:chExt cx="11635105" cy="16319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3B95BBE-BB54-ABA8-D123-E1584B38BD0C}"/>
                </a:ext>
              </a:extLst>
            </p:cNvPr>
            <p:cNvSpPr/>
            <p:nvPr/>
          </p:nvSpPr>
          <p:spPr>
            <a:xfrm>
              <a:off x="3336073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AA9CAB-F09E-7FCF-7945-D4CAF07F4C1A}"/>
                </a:ext>
              </a:extLst>
            </p:cNvPr>
            <p:cNvSpPr/>
            <p:nvPr/>
          </p:nvSpPr>
          <p:spPr>
            <a:xfrm>
              <a:off x="3326548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>
            <a:extLst>
              <a:ext uri="{FF2B5EF4-FFF2-40B4-BE49-F238E27FC236}">
                <a16:creationId xmlns:a16="http://schemas.microsoft.com/office/drawing/2014/main" id="{B408B564-2CC5-0F73-3F3D-7E8F9398447E}"/>
              </a:ext>
            </a:extLst>
          </p:cNvPr>
          <p:cNvGrpSpPr/>
          <p:nvPr/>
        </p:nvGrpSpPr>
        <p:grpSpPr>
          <a:xfrm>
            <a:off x="3326548" y="1104900"/>
            <a:ext cx="11635105" cy="163195"/>
            <a:chOff x="3326548" y="2439390"/>
            <a:chExt cx="11635105" cy="16319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88490D6-4DC0-9948-67C8-7447D79289FE}"/>
                </a:ext>
              </a:extLst>
            </p:cNvPr>
            <p:cNvSpPr/>
            <p:nvPr/>
          </p:nvSpPr>
          <p:spPr>
            <a:xfrm>
              <a:off x="3336073" y="2457161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5">
                  <a:moveTo>
                    <a:pt x="11615831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1" y="0"/>
                  </a:lnTo>
                  <a:lnTo>
                    <a:pt x="11615831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5F0A29E-128A-5610-2958-73A58D4204B9}"/>
                </a:ext>
              </a:extLst>
            </p:cNvPr>
            <p:cNvSpPr/>
            <p:nvPr/>
          </p:nvSpPr>
          <p:spPr>
            <a:xfrm>
              <a:off x="3326548" y="243939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4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4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4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0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0" y="17771"/>
                  </a:lnTo>
                  <a:lnTo>
                    <a:pt x="11615830" y="35543"/>
                  </a:lnTo>
                  <a:close/>
                </a:path>
                <a:path w="11635105" h="163194">
                  <a:moveTo>
                    <a:pt x="11625357" y="145373"/>
                  </a:moveTo>
                  <a:lnTo>
                    <a:pt x="11615830" y="145373"/>
                  </a:lnTo>
                  <a:lnTo>
                    <a:pt x="11615830" y="17771"/>
                  </a:lnTo>
                  <a:lnTo>
                    <a:pt x="11625357" y="17771"/>
                  </a:lnTo>
                  <a:lnTo>
                    <a:pt x="11625357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7" y="127601"/>
                  </a:lnTo>
                  <a:lnTo>
                    <a:pt x="11625357" y="145373"/>
                  </a:lnTo>
                  <a:close/>
                </a:path>
                <a:path w="11635105" h="163194">
                  <a:moveTo>
                    <a:pt x="11634880" y="35543"/>
                  </a:moveTo>
                  <a:lnTo>
                    <a:pt x="11625357" y="35543"/>
                  </a:lnTo>
                  <a:lnTo>
                    <a:pt x="11625357" y="17771"/>
                  </a:lnTo>
                  <a:lnTo>
                    <a:pt x="11634880" y="17771"/>
                  </a:lnTo>
                  <a:lnTo>
                    <a:pt x="11634880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0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0" y="127601"/>
                  </a:lnTo>
                  <a:lnTo>
                    <a:pt x="11615830" y="145373"/>
                  </a:lnTo>
                  <a:close/>
                </a:path>
                <a:path w="11635105" h="163194">
                  <a:moveTo>
                    <a:pt x="11634880" y="145373"/>
                  </a:moveTo>
                  <a:lnTo>
                    <a:pt x="11625357" y="145373"/>
                  </a:lnTo>
                  <a:lnTo>
                    <a:pt x="11625357" y="127601"/>
                  </a:lnTo>
                  <a:lnTo>
                    <a:pt x="11634880" y="127601"/>
                  </a:lnTo>
                  <a:lnTo>
                    <a:pt x="11634880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FEAF4048-5AD2-DF32-9234-D0538621F2D8}"/>
              </a:ext>
            </a:extLst>
          </p:cNvPr>
          <p:cNvSpPr txBox="1"/>
          <p:nvPr/>
        </p:nvSpPr>
        <p:spPr>
          <a:xfrm>
            <a:off x="1295400" y="1863525"/>
            <a:ext cx="10208260" cy="1635703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2930"/>
              </a:lnSpc>
              <a:spcBef>
                <a:spcPts val="254"/>
              </a:spcBef>
            </a:pPr>
            <a:r>
              <a:rPr lang="en-US" sz="2800" b="1" dirty="0">
                <a:solidFill>
                  <a:schemeClr val="bg1"/>
                </a:solidFill>
                <a:latin typeface="Times New Roman"/>
                <a:cs typeface="Times New Roman"/>
              </a:rPr>
              <a:t>References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Software Engineering Principles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REST API Architecture</a:t>
            </a:r>
          </a:p>
          <a:p>
            <a:pPr marL="469900" marR="5080" indent="-457200">
              <a:lnSpc>
                <a:spcPts val="2930"/>
              </a:lnSpc>
              <a:spcBef>
                <a:spcPts val="254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/>
                <a:cs typeface="Times New Roman"/>
              </a:rPr>
              <a:t>Modern Web Development Practices</a:t>
            </a:r>
            <a:endParaRPr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37A4B50-78C2-CF75-5C9D-3B8BFAC7A1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921058" y="38100"/>
            <a:ext cx="8557260" cy="1145016"/>
          </a:xfrm>
          <a:prstGeom prst="rect">
            <a:avLst/>
          </a:prstGeom>
        </p:spPr>
        <p:txBody>
          <a:bodyPr vert="horz" wrap="square" lIns="0" tIns="122694" rIns="0" bIns="0" rtlCol="0">
            <a:spAutoFit/>
          </a:bodyPr>
          <a:lstStyle/>
          <a:p>
            <a:pPr marL="1047750">
              <a:lnSpc>
                <a:spcPct val="100000"/>
              </a:lnSpc>
              <a:spcBef>
                <a:spcPts val="100"/>
              </a:spcBef>
            </a:pPr>
            <a:r>
              <a:rPr sz="6000" spc="-1330" dirty="0">
                <a:solidFill>
                  <a:srgbClr val="FF0000"/>
                </a:solidFill>
              </a:rPr>
              <a:t>I</a:t>
            </a:r>
            <a:r>
              <a:rPr sz="9000" spc="284" baseline="-9259" dirty="0"/>
              <a:t>I</a:t>
            </a:r>
            <a:r>
              <a:rPr sz="6000" spc="-4970" dirty="0">
                <a:solidFill>
                  <a:srgbClr val="FF0000"/>
                </a:solidFill>
              </a:rPr>
              <a:t>M</a:t>
            </a:r>
            <a:r>
              <a:rPr sz="9000" spc="277" baseline="-9259" dirty="0"/>
              <a:t>M</a:t>
            </a:r>
            <a:r>
              <a:rPr sz="9000" spc="-4380" baseline="-9259" dirty="0"/>
              <a:t>P</a:t>
            </a:r>
            <a:r>
              <a:rPr sz="6000" spc="-285" dirty="0">
                <a:solidFill>
                  <a:srgbClr val="FF0000"/>
                </a:solidFill>
              </a:rPr>
              <a:t>P</a:t>
            </a:r>
            <a:r>
              <a:rPr sz="9000" spc="-4965" baseline="-9259" dirty="0"/>
              <a:t>A</a:t>
            </a:r>
            <a:r>
              <a:rPr sz="6000" spc="80" dirty="0">
                <a:solidFill>
                  <a:srgbClr val="FF0000"/>
                </a:solidFill>
              </a:rPr>
              <a:t>A</a:t>
            </a:r>
            <a:r>
              <a:rPr sz="6000" spc="-3015" dirty="0">
                <a:solidFill>
                  <a:srgbClr val="FF0000"/>
                </a:solidFill>
              </a:rPr>
              <a:t>C</a:t>
            </a:r>
            <a:r>
              <a:rPr sz="9000" spc="284" baseline="-9259" dirty="0"/>
              <a:t>C</a:t>
            </a:r>
            <a:r>
              <a:rPr sz="6000" spc="-2755" dirty="0">
                <a:solidFill>
                  <a:srgbClr val="FF0000"/>
                </a:solidFill>
              </a:rPr>
              <a:t>T</a:t>
            </a:r>
            <a:r>
              <a:rPr sz="9000" spc="292" baseline="-9259" dirty="0"/>
              <a:t>T</a:t>
            </a:r>
            <a:r>
              <a:rPr sz="9000" spc="847" baseline="-9259" dirty="0"/>
              <a:t> 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3590" dirty="0">
                <a:solidFill>
                  <a:srgbClr val="FF0000"/>
                </a:solidFill>
              </a:rPr>
              <a:t>N</a:t>
            </a:r>
            <a:r>
              <a:rPr sz="9000" spc="442" baseline="-9259" dirty="0"/>
              <a:t>N</a:t>
            </a:r>
            <a:r>
              <a:rPr sz="6000" spc="-3204" dirty="0">
                <a:solidFill>
                  <a:srgbClr val="FF0000"/>
                </a:solidFill>
              </a:rPr>
              <a:t>A</a:t>
            </a:r>
            <a:r>
              <a:rPr sz="9000" spc="442" baseline="-9259" dirty="0"/>
              <a:t>A</a:t>
            </a:r>
            <a:r>
              <a:rPr sz="6000" spc="-2230" dirty="0">
                <a:solidFill>
                  <a:srgbClr val="FF0000"/>
                </a:solidFill>
              </a:rPr>
              <a:t>L</a:t>
            </a:r>
            <a:r>
              <a:rPr sz="9000" spc="-67" baseline="-9259" dirty="0"/>
              <a:t>L</a:t>
            </a:r>
            <a:r>
              <a:rPr sz="6000" spc="-2630" dirty="0">
                <a:solidFill>
                  <a:srgbClr val="FF0000"/>
                </a:solidFill>
              </a:rPr>
              <a:t>Y</a:t>
            </a:r>
            <a:r>
              <a:rPr sz="9000" spc="292" baseline="-9259" dirty="0"/>
              <a:t>Y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42" baseline="-9259" dirty="0"/>
              <a:t>S</a:t>
            </a:r>
            <a:r>
              <a:rPr sz="6000" spc="-1225" dirty="0">
                <a:solidFill>
                  <a:srgbClr val="FF0000"/>
                </a:solidFill>
              </a:rPr>
              <a:t>I</a:t>
            </a:r>
            <a:r>
              <a:rPr sz="9000" spc="442" baseline="-9259" dirty="0"/>
              <a:t>I</a:t>
            </a:r>
            <a:r>
              <a:rPr sz="6000" spc="-2480" dirty="0">
                <a:solidFill>
                  <a:srgbClr val="FF0000"/>
                </a:solidFill>
              </a:rPr>
              <a:t>S</a:t>
            </a:r>
            <a:r>
              <a:rPr sz="9000" spc="450" baseline="-9259" dirty="0"/>
              <a:t>S</a:t>
            </a:r>
            <a:endParaRPr sz="9000" baseline="-9259" dirty="0"/>
          </a:p>
        </p:txBody>
      </p:sp>
      <p:pic>
        <p:nvPicPr>
          <p:cNvPr id="11" name="object 11">
            <a:extLst>
              <a:ext uri="{FF2B5EF4-FFF2-40B4-BE49-F238E27FC236}">
                <a16:creationId xmlns:a16="http://schemas.microsoft.com/office/drawing/2014/main" id="{BD21E141-85C1-2E6F-66C1-F5909EF3F5C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7294" y="38100"/>
            <a:ext cx="1638299" cy="1600199"/>
          </a:xfrm>
          <a:prstGeom prst="rect">
            <a:avLst/>
          </a:prstGeom>
        </p:spPr>
      </p:pic>
      <p:pic>
        <p:nvPicPr>
          <p:cNvPr id="12" name="object 12">
            <a:extLst>
              <a:ext uri="{FF2B5EF4-FFF2-40B4-BE49-F238E27FC236}">
                <a16:creationId xmlns:a16="http://schemas.microsoft.com/office/drawing/2014/main" id="{2565E333-A8D2-7D36-C2B3-3A7C82AEFFE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48651" y="-38100"/>
            <a:ext cx="1962149" cy="1962149"/>
          </a:xfrm>
          <a:prstGeom prst="rect">
            <a:avLst/>
          </a:prstGeom>
        </p:spPr>
      </p:pic>
      <p:grpSp>
        <p:nvGrpSpPr>
          <p:cNvPr id="13" name="object 13">
            <a:extLst>
              <a:ext uri="{FF2B5EF4-FFF2-40B4-BE49-F238E27FC236}">
                <a16:creationId xmlns:a16="http://schemas.microsoft.com/office/drawing/2014/main" id="{1272E7D6-2FCD-D8FB-1439-AC0B1ACAD50A}"/>
              </a:ext>
            </a:extLst>
          </p:cNvPr>
          <p:cNvGrpSpPr/>
          <p:nvPr/>
        </p:nvGrpSpPr>
        <p:grpSpPr>
          <a:xfrm>
            <a:off x="0" y="6726600"/>
            <a:ext cx="18288000" cy="3527425"/>
            <a:chOff x="0" y="6726600"/>
            <a:chExt cx="18288000" cy="352742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4F61D61-3170-C5A2-8741-0813DEFA486A}"/>
                </a:ext>
              </a:extLst>
            </p:cNvPr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038564EA-7CC1-9A6C-8D85-2D05655829B0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2615" y="7722839"/>
              <a:ext cx="5410189" cy="2514600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B66B9C91-AACE-FC06-2684-1E4E28091AD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09" y="6726600"/>
              <a:ext cx="3266170" cy="3419570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689DFF17-D34B-C114-A806-1014B50118B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30349" y="7475385"/>
              <a:ext cx="2854664" cy="276198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154143E9-A75F-2931-EB0C-6D3D102D0A83}"/>
              </a:ext>
            </a:extLst>
          </p:cNvPr>
          <p:cNvSpPr txBox="1"/>
          <p:nvPr/>
        </p:nvSpPr>
        <p:spPr>
          <a:xfrm>
            <a:off x="9119418" y="1748312"/>
            <a:ext cx="54101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Demonstration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YouTube Link: (Paste here).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Duration: &lt; 5 minutes.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Shows: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UI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API flow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interaction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22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1D3A3-594A-DB5C-C1DB-D6D03F75F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688D7797-484B-1B47-02A4-EC1A85C23463}"/>
              </a:ext>
            </a:extLst>
          </p:cNvPr>
          <p:cNvGrpSpPr/>
          <p:nvPr/>
        </p:nvGrpSpPr>
        <p:grpSpPr>
          <a:xfrm>
            <a:off x="3383327" y="2380012"/>
            <a:ext cx="11688445" cy="164465"/>
            <a:chOff x="3383327" y="2380012"/>
            <a:chExt cx="11688445" cy="16446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5AC3D43-A54B-5DBB-9057-1201997F1EEC}"/>
                </a:ext>
              </a:extLst>
            </p:cNvPr>
            <p:cNvSpPr/>
            <p:nvPr/>
          </p:nvSpPr>
          <p:spPr>
            <a:xfrm>
              <a:off x="3392895" y="2397864"/>
              <a:ext cx="11668760" cy="128270"/>
            </a:xfrm>
            <a:custGeom>
              <a:avLst/>
              <a:gdLst/>
              <a:ahLst/>
              <a:cxnLst/>
              <a:rect l="l" t="t" r="r" b="b"/>
              <a:pathLst>
                <a:path w="11668760" h="128269">
                  <a:moveTo>
                    <a:pt x="11668724" y="128182"/>
                  </a:moveTo>
                  <a:lnTo>
                    <a:pt x="0" y="128182"/>
                  </a:lnTo>
                  <a:lnTo>
                    <a:pt x="0" y="0"/>
                  </a:lnTo>
                  <a:lnTo>
                    <a:pt x="11668724" y="0"/>
                  </a:lnTo>
                  <a:lnTo>
                    <a:pt x="11668724" y="128182"/>
                  </a:lnTo>
                  <a:close/>
                </a:path>
              </a:pathLst>
            </a:custGeom>
            <a:solidFill>
              <a:srgbClr val="F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A414483-1ABF-0480-EED3-230E399F0CC3}"/>
                </a:ext>
              </a:extLst>
            </p:cNvPr>
            <p:cNvSpPr/>
            <p:nvPr/>
          </p:nvSpPr>
          <p:spPr>
            <a:xfrm>
              <a:off x="3383327" y="2380012"/>
              <a:ext cx="11688445" cy="164465"/>
            </a:xfrm>
            <a:custGeom>
              <a:avLst/>
              <a:gdLst/>
              <a:ahLst/>
              <a:cxnLst/>
              <a:rect l="l" t="t" r="r" b="b"/>
              <a:pathLst>
                <a:path w="11688444" h="164464">
                  <a:moveTo>
                    <a:pt x="11683555" y="163906"/>
                  </a:moveTo>
                  <a:lnTo>
                    <a:pt x="4305" y="163906"/>
                  </a:lnTo>
                  <a:lnTo>
                    <a:pt x="0" y="155854"/>
                  </a:lnTo>
                  <a:lnTo>
                    <a:pt x="0" y="8033"/>
                  </a:lnTo>
                  <a:lnTo>
                    <a:pt x="4305" y="0"/>
                  </a:lnTo>
                  <a:lnTo>
                    <a:pt x="11683555" y="0"/>
                  </a:lnTo>
                  <a:lnTo>
                    <a:pt x="11687921" y="8033"/>
                  </a:lnTo>
                  <a:lnTo>
                    <a:pt x="11687921" y="17852"/>
                  </a:lnTo>
                  <a:lnTo>
                    <a:pt x="9568" y="17852"/>
                  </a:lnTo>
                  <a:lnTo>
                    <a:pt x="9568" y="35705"/>
                  </a:lnTo>
                  <a:lnTo>
                    <a:pt x="19136" y="35705"/>
                  </a:lnTo>
                  <a:lnTo>
                    <a:pt x="19136" y="128182"/>
                  </a:lnTo>
                  <a:lnTo>
                    <a:pt x="9568" y="128182"/>
                  </a:lnTo>
                  <a:lnTo>
                    <a:pt x="9568" y="146035"/>
                  </a:lnTo>
                  <a:lnTo>
                    <a:pt x="11687921" y="146035"/>
                  </a:lnTo>
                  <a:lnTo>
                    <a:pt x="11687921" y="155854"/>
                  </a:lnTo>
                  <a:lnTo>
                    <a:pt x="11683555" y="163906"/>
                  </a:lnTo>
                  <a:close/>
                </a:path>
                <a:path w="11688444" h="164464">
                  <a:moveTo>
                    <a:pt x="19136" y="35705"/>
                  </a:moveTo>
                  <a:lnTo>
                    <a:pt x="9568" y="35705"/>
                  </a:lnTo>
                  <a:lnTo>
                    <a:pt x="9568" y="17852"/>
                  </a:lnTo>
                  <a:lnTo>
                    <a:pt x="19136" y="17852"/>
                  </a:lnTo>
                  <a:lnTo>
                    <a:pt x="19136" y="35705"/>
                  </a:lnTo>
                  <a:close/>
                </a:path>
                <a:path w="11688444" h="164464">
                  <a:moveTo>
                    <a:pt x="11668724" y="35705"/>
                  </a:moveTo>
                  <a:lnTo>
                    <a:pt x="19136" y="35705"/>
                  </a:lnTo>
                  <a:lnTo>
                    <a:pt x="19136" y="17852"/>
                  </a:lnTo>
                  <a:lnTo>
                    <a:pt x="11668724" y="17852"/>
                  </a:lnTo>
                  <a:lnTo>
                    <a:pt x="11668724" y="35705"/>
                  </a:lnTo>
                  <a:close/>
                </a:path>
                <a:path w="11688444" h="164464">
                  <a:moveTo>
                    <a:pt x="11678293" y="146035"/>
                  </a:moveTo>
                  <a:lnTo>
                    <a:pt x="11668724" y="146035"/>
                  </a:lnTo>
                  <a:lnTo>
                    <a:pt x="11668724" y="17852"/>
                  </a:lnTo>
                  <a:lnTo>
                    <a:pt x="11678293" y="17852"/>
                  </a:lnTo>
                  <a:lnTo>
                    <a:pt x="11678293" y="35705"/>
                  </a:lnTo>
                  <a:lnTo>
                    <a:pt x="11687921" y="35705"/>
                  </a:lnTo>
                  <a:lnTo>
                    <a:pt x="11687921" y="128182"/>
                  </a:lnTo>
                  <a:lnTo>
                    <a:pt x="11678293" y="128182"/>
                  </a:lnTo>
                  <a:lnTo>
                    <a:pt x="11678293" y="146035"/>
                  </a:lnTo>
                  <a:close/>
                </a:path>
                <a:path w="11688444" h="164464">
                  <a:moveTo>
                    <a:pt x="11687861" y="35705"/>
                  </a:moveTo>
                  <a:lnTo>
                    <a:pt x="11678293" y="35705"/>
                  </a:lnTo>
                  <a:lnTo>
                    <a:pt x="11678293" y="17852"/>
                  </a:lnTo>
                  <a:lnTo>
                    <a:pt x="11687861" y="17852"/>
                  </a:lnTo>
                  <a:lnTo>
                    <a:pt x="11687861" y="35705"/>
                  </a:lnTo>
                  <a:close/>
                </a:path>
                <a:path w="11688444" h="164464">
                  <a:moveTo>
                    <a:pt x="19136" y="146035"/>
                  </a:moveTo>
                  <a:lnTo>
                    <a:pt x="9568" y="146035"/>
                  </a:lnTo>
                  <a:lnTo>
                    <a:pt x="9568" y="128182"/>
                  </a:lnTo>
                  <a:lnTo>
                    <a:pt x="19136" y="128182"/>
                  </a:lnTo>
                  <a:lnTo>
                    <a:pt x="19136" y="146035"/>
                  </a:lnTo>
                  <a:close/>
                </a:path>
                <a:path w="11688444" h="164464">
                  <a:moveTo>
                    <a:pt x="11668724" y="146035"/>
                  </a:moveTo>
                  <a:lnTo>
                    <a:pt x="19136" y="146035"/>
                  </a:lnTo>
                  <a:lnTo>
                    <a:pt x="19136" y="128182"/>
                  </a:lnTo>
                  <a:lnTo>
                    <a:pt x="11668724" y="128182"/>
                  </a:lnTo>
                  <a:lnTo>
                    <a:pt x="11668724" y="146035"/>
                  </a:lnTo>
                  <a:close/>
                </a:path>
                <a:path w="11688444" h="164464">
                  <a:moveTo>
                    <a:pt x="11687861" y="146035"/>
                  </a:moveTo>
                  <a:lnTo>
                    <a:pt x="11678293" y="146035"/>
                  </a:lnTo>
                  <a:lnTo>
                    <a:pt x="11678293" y="128182"/>
                  </a:lnTo>
                  <a:lnTo>
                    <a:pt x="11687861" y="128182"/>
                  </a:lnTo>
                  <a:lnTo>
                    <a:pt x="11687861" y="146035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>
            <a:extLst>
              <a:ext uri="{FF2B5EF4-FFF2-40B4-BE49-F238E27FC236}">
                <a16:creationId xmlns:a16="http://schemas.microsoft.com/office/drawing/2014/main" id="{ED574EE6-7B91-FBAA-3B3C-8566E8BB83D5}"/>
              </a:ext>
            </a:extLst>
          </p:cNvPr>
          <p:cNvGrpSpPr/>
          <p:nvPr/>
        </p:nvGrpSpPr>
        <p:grpSpPr>
          <a:xfrm>
            <a:off x="3383327" y="1028700"/>
            <a:ext cx="11635105" cy="163195"/>
            <a:chOff x="3383327" y="1028700"/>
            <a:chExt cx="11635105" cy="16319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AA8F2F9-A4CD-B69A-C8DB-8985F0E7D782}"/>
                </a:ext>
              </a:extLst>
            </p:cNvPr>
            <p:cNvSpPr/>
            <p:nvPr/>
          </p:nvSpPr>
          <p:spPr>
            <a:xfrm>
              <a:off x="3392852" y="1046472"/>
              <a:ext cx="11616055" cy="127635"/>
            </a:xfrm>
            <a:custGeom>
              <a:avLst/>
              <a:gdLst/>
              <a:ahLst/>
              <a:cxnLst/>
              <a:rect l="l" t="t" r="r" b="b"/>
              <a:pathLst>
                <a:path w="11616055" h="127634">
                  <a:moveTo>
                    <a:pt x="11615832" y="127601"/>
                  </a:moveTo>
                  <a:lnTo>
                    <a:pt x="0" y="127601"/>
                  </a:lnTo>
                  <a:lnTo>
                    <a:pt x="0" y="0"/>
                  </a:lnTo>
                  <a:lnTo>
                    <a:pt x="11615832" y="0"/>
                  </a:lnTo>
                  <a:lnTo>
                    <a:pt x="11615832" y="127601"/>
                  </a:lnTo>
                  <a:close/>
                </a:path>
              </a:pathLst>
            </a:custGeom>
            <a:solidFill>
              <a:srgbClr val="BF0000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0D655D6-854C-E09F-C18E-417AB4EA4495}"/>
                </a:ext>
              </a:extLst>
            </p:cNvPr>
            <p:cNvSpPr/>
            <p:nvPr/>
          </p:nvSpPr>
          <p:spPr>
            <a:xfrm>
              <a:off x="3383327" y="1028700"/>
              <a:ext cx="11635105" cy="163195"/>
            </a:xfrm>
            <a:custGeom>
              <a:avLst/>
              <a:gdLst/>
              <a:ahLst/>
              <a:cxnLst/>
              <a:rect l="l" t="t" r="r" b="b"/>
              <a:pathLst>
                <a:path w="11635105" h="163194">
                  <a:moveTo>
                    <a:pt x="11630595" y="163163"/>
                  </a:moveTo>
                  <a:lnTo>
                    <a:pt x="4286" y="163163"/>
                  </a:lnTo>
                  <a:lnTo>
                    <a:pt x="0" y="155148"/>
                  </a:lnTo>
                  <a:lnTo>
                    <a:pt x="0" y="7997"/>
                  </a:lnTo>
                  <a:lnTo>
                    <a:pt x="4286" y="0"/>
                  </a:lnTo>
                  <a:lnTo>
                    <a:pt x="11630595" y="0"/>
                  </a:lnTo>
                  <a:lnTo>
                    <a:pt x="11634941" y="7997"/>
                  </a:lnTo>
                  <a:lnTo>
                    <a:pt x="11634941" y="17771"/>
                  </a:lnTo>
                  <a:lnTo>
                    <a:pt x="9525" y="17771"/>
                  </a:lnTo>
                  <a:lnTo>
                    <a:pt x="9525" y="35543"/>
                  </a:lnTo>
                  <a:lnTo>
                    <a:pt x="19050" y="35543"/>
                  </a:lnTo>
                  <a:lnTo>
                    <a:pt x="19050" y="127601"/>
                  </a:lnTo>
                  <a:lnTo>
                    <a:pt x="9525" y="127601"/>
                  </a:lnTo>
                  <a:lnTo>
                    <a:pt x="9525" y="145373"/>
                  </a:lnTo>
                  <a:lnTo>
                    <a:pt x="11634941" y="145373"/>
                  </a:lnTo>
                  <a:lnTo>
                    <a:pt x="11634941" y="155148"/>
                  </a:lnTo>
                  <a:lnTo>
                    <a:pt x="11630595" y="163163"/>
                  </a:lnTo>
                  <a:close/>
                </a:path>
                <a:path w="11635105" h="163194">
                  <a:moveTo>
                    <a:pt x="19050" y="35543"/>
                  </a:moveTo>
                  <a:lnTo>
                    <a:pt x="9525" y="35543"/>
                  </a:lnTo>
                  <a:lnTo>
                    <a:pt x="9525" y="17771"/>
                  </a:lnTo>
                  <a:lnTo>
                    <a:pt x="19050" y="17771"/>
                  </a:lnTo>
                  <a:lnTo>
                    <a:pt x="19050" y="35543"/>
                  </a:lnTo>
                  <a:close/>
                </a:path>
                <a:path w="11635105" h="163194">
                  <a:moveTo>
                    <a:pt x="11615831" y="35543"/>
                  </a:moveTo>
                  <a:lnTo>
                    <a:pt x="19050" y="35543"/>
                  </a:lnTo>
                  <a:lnTo>
                    <a:pt x="19050" y="17771"/>
                  </a:lnTo>
                  <a:lnTo>
                    <a:pt x="11615831" y="17771"/>
                  </a:lnTo>
                  <a:lnTo>
                    <a:pt x="11615831" y="35543"/>
                  </a:lnTo>
                  <a:close/>
                </a:path>
                <a:path w="11635105" h="163194">
                  <a:moveTo>
                    <a:pt x="11625358" y="145373"/>
                  </a:moveTo>
                  <a:lnTo>
                    <a:pt x="11615831" y="145373"/>
                  </a:lnTo>
                  <a:lnTo>
                    <a:pt x="11615831" y="17771"/>
                  </a:lnTo>
                  <a:lnTo>
                    <a:pt x="11625358" y="17771"/>
                  </a:lnTo>
                  <a:lnTo>
                    <a:pt x="11625358" y="35543"/>
                  </a:lnTo>
                  <a:lnTo>
                    <a:pt x="11634941" y="35543"/>
                  </a:lnTo>
                  <a:lnTo>
                    <a:pt x="11634941" y="127601"/>
                  </a:lnTo>
                  <a:lnTo>
                    <a:pt x="11625358" y="127601"/>
                  </a:lnTo>
                  <a:lnTo>
                    <a:pt x="11625358" y="145373"/>
                  </a:lnTo>
                  <a:close/>
                </a:path>
                <a:path w="11635105" h="163194">
                  <a:moveTo>
                    <a:pt x="11634881" y="35543"/>
                  </a:moveTo>
                  <a:lnTo>
                    <a:pt x="11625358" y="35543"/>
                  </a:lnTo>
                  <a:lnTo>
                    <a:pt x="11625358" y="17771"/>
                  </a:lnTo>
                  <a:lnTo>
                    <a:pt x="11634881" y="17771"/>
                  </a:lnTo>
                  <a:lnTo>
                    <a:pt x="11634881" y="35543"/>
                  </a:lnTo>
                  <a:close/>
                </a:path>
                <a:path w="11635105" h="163194">
                  <a:moveTo>
                    <a:pt x="19050" y="145373"/>
                  </a:moveTo>
                  <a:lnTo>
                    <a:pt x="9525" y="145373"/>
                  </a:lnTo>
                  <a:lnTo>
                    <a:pt x="9525" y="127601"/>
                  </a:lnTo>
                  <a:lnTo>
                    <a:pt x="19050" y="127601"/>
                  </a:lnTo>
                  <a:lnTo>
                    <a:pt x="19050" y="145373"/>
                  </a:lnTo>
                  <a:close/>
                </a:path>
                <a:path w="11635105" h="163194">
                  <a:moveTo>
                    <a:pt x="11615831" y="145373"/>
                  </a:moveTo>
                  <a:lnTo>
                    <a:pt x="19050" y="145373"/>
                  </a:lnTo>
                  <a:lnTo>
                    <a:pt x="19050" y="127601"/>
                  </a:lnTo>
                  <a:lnTo>
                    <a:pt x="11615831" y="127601"/>
                  </a:lnTo>
                  <a:lnTo>
                    <a:pt x="11615831" y="145373"/>
                  </a:lnTo>
                  <a:close/>
                </a:path>
                <a:path w="11635105" h="163194">
                  <a:moveTo>
                    <a:pt x="11634881" y="145373"/>
                  </a:moveTo>
                  <a:lnTo>
                    <a:pt x="11625358" y="145373"/>
                  </a:lnTo>
                  <a:lnTo>
                    <a:pt x="11625358" y="127601"/>
                  </a:lnTo>
                  <a:lnTo>
                    <a:pt x="11634881" y="127601"/>
                  </a:lnTo>
                  <a:lnTo>
                    <a:pt x="11634881" y="145373"/>
                  </a:lnTo>
                  <a:close/>
                </a:path>
              </a:pathLst>
            </a:custGeom>
            <a:solidFill>
              <a:srgbClr val="B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>
            <a:extLst>
              <a:ext uri="{FF2B5EF4-FFF2-40B4-BE49-F238E27FC236}">
                <a16:creationId xmlns:a16="http://schemas.microsoft.com/office/drawing/2014/main" id="{639F796A-7DAC-494E-6A90-A462E3C309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7294" y="1101623"/>
            <a:ext cx="1638299" cy="1600199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9FAC714E-9C3B-A9C8-7351-2F7234063E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48651" y="853091"/>
            <a:ext cx="1962149" cy="1962149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96671004-CF98-4AA4-18D5-FE8FA3EDF058}"/>
              </a:ext>
            </a:extLst>
          </p:cNvPr>
          <p:cNvGrpSpPr/>
          <p:nvPr/>
        </p:nvGrpSpPr>
        <p:grpSpPr>
          <a:xfrm>
            <a:off x="0" y="7390234"/>
            <a:ext cx="18288000" cy="2863850"/>
            <a:chOff x="0" y="7390234"/>
            <a:chExt cx="18288000" cy="2863850"/>
          </a:xfrm>
        </p:grpSpPr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6C021B6-5B79-4893-A95F-7B55E5DD8610}"/>
                </a:ext>
              </a:extLst>
            </p:cNvPr>
            <p:cNvSpPr/>
            <p:nvPr/>
          </p:nvSpPr>
          <p:spPr>
            <a:xfrm>
              <a:off x="1637296" y="7390234"/>
              <a:ext cx="1747520" cy="2657475"/>
            </a:xfrm>
            <a:custGeom>
              <a:avLst/>
              <a:gdLst/>
              <a:ahLst/>
              <a:cxnLst/>
              <a:rect l="l" t="t" r="r" b="b"/>
              <a:pathLst>
                <a:path w="1747520" h="2657475">
                  <a:moveTo>
                    <a:pt x="1669678" y="2657399"/>
                  </a:moveTo>
                  <a:lnTo>
                    <a:pt x="77216" y="2657399"/>
                  </a:lnTo>
                  <a:lnTo>
                    <a:pt x="87187" y="2651592"/>
                  </a:lnTo>
                  <a:lnTo>
                    <a:pt x="150665" y="2625745"/>
                  </a:lnTo>
                  <a:lnTo>
                    <a:pt x="193308" y="2619439"/>
                  </a:lnTo>
                  <a:lnTo>
                    <a:pt x="311341" y="2618405"/>
                  </a:lnTo>
                  <a:lnTo>
                    <a:pt x="791893" y="2615221"/>
                  </a:lnTo>
                  <a:lnTo>
                    <a:pt x="797612" y="2480623"/>
                  </a:lnTo>
                  <a:lnTo>
                    <a:pt x="766646" y="2493966"/>
                  </a:lnTo>
                  <a:lnTo>
                    <a:pt x="720514" y="2504284"/>
                  </a:lnTo>
                  <a:lnTo>
                    <a:pt x="676889" y="2509634"/>
                  </a:lnTo>
                  <a:lnTo>
                    <a:pt x="653443" y="2508076"/>
                  </a:lnTo>
                  <a:lnTo>
                    <a:pt x="649767" y="2500972"/>
                  </a:lnTo>
                  <a:lnTo>
                    <a:pt x="651382" y="2492703"/>
                  </a:lnTo>
                  <a:lnTo>
                    <a:pt x="654864" y="2485849"/>
                  </a:lnTo>
                  <a:lnTo>
                    <a:pt x="656786" y="2482991"/>
                  </a:lnTo>
                  <a:lnTo>
                    <a:pt x="637820" y="2484323"/>
                  </a:lnTo>
                  <a:lnTo>
                    <a:pt x="595026" y="2486543"/>
                  </a:lnTo>
                  <a:lnTo>
                    <a:pt x="549558" y="2486987"/>
                  </a:lnTo>
                  <a:lnTo>
                    <a:pt x="522570" y="2482991"/>
                  </a:lnTo>
                  <a:lnTo>
                    <a:pt x="514168" y="2475411"/>
                  </a:lnTo>
                  <a:lnTo>
                    <a:pt x="511336" y="2465695"/>
                  </a:lnTo>
                  <a:lnTo>
                    <a:pt x="515551" y="2452066"/>
                  </a:lnTo>
                  <a:lnTo>
                    <a:pt x="528289" y="2432748"/>
                  </a:lnTo>
                  <a:lnTo>
                    <a:pt x="483221" y="2442941"/>
                  </a:lnTo>
                  <a:lnTo>
                    <a:pt x="436300" y="2448528"/>
                  </a:lnTo>
                  <a:lnTo>
                    <a:pt x="396954" y="2449314"/>
                  </a:lnTo>
                  <a:lnTo>
                    <a:pt x="374614" y="2445105"/>
                  </a:lnTo>
                  <a:lnTo>
                    <a:pt x="368018" y="2436900"/>
                  </a:lnTo>
                  <a:lnTo>
                    <a:pt x="369981" y="2425413"/>
                  </a:lnTo>
                  <a:lnTo>
                    <a:pt x="381038" y="2410028"/>
                  </a:lnTo>
                  <a:lnTo>
                    <a:pt x="401724" y="2390127"/>
                  </a:lnTo>
                  <a:lnTo>
                    <a:pt x="369288" y="2410445"/>
                  </a:lnTo>
                  <a:lnTo>
                    <a:pt x="334644" y="2421695"/>
                  </a:lnTo>
                  <a:lnTo>
                    <a:pt x="300711" y="2427244"/>
                  </a:lnTo>
                  <a:lnTo>
                    <a:pt x="270406" y="2430455"/>
                  </a:lnTo>
                  <a:lnTo>
                    <a:pt x="239889" y="2434690"/>
                  </a:lnTo>
                  <a:lnTo>
                    <a:pt x="208098" y="2438585"/>
                  </a:lnTo>
                  <a:lnTo>
                    <a:pt x="182114" y="2438415"/>
                  </a:lnTo>
                  <a:lnTo>
                    <a:pt x="169020" y="2430455"/>
                  </a:lnTo>
                  <a:lnTo>
                    <a:pt x="171957" y="2414798"/>
                  </a:lnTo>
                  <a:lnTo>
                    <a:pt x="183996" y="2397378"/>
                  </a:lnTo>
                  <a:lnTo>
                    <a:pt x="197106" y="2383234"/>
                  </a:lnTo>
                  <a:lnTo>
                    <a:pt x="203261" y="2377400"/>
                  </a:lnTo>
                  <a:lnTo>
                    <a:pt x="138460" y="2366599"/>
                  </a:lnTo>
                  <a:lnTo>
                    <a:pt x="91664" y="2356614"/>
                  </a:lnTo>
                  <a:lnTo>
                    <a:pt x="45043" y="2335474"/>
                  </a:lnTo>
                  <a:lnTo>
                    <a:pt x="694" y="2299630"/>
                  </a:lnTo>
                  <a:lnTo>
                    <a:pt x="0" y="2286189"/>
                  </a:lnTo>
                  <a:lnTo>
                    <a:pt x="34359" y="2283499"/>
                  </a:lnTo>
                  <a:lnTo>
                    <a:pt x="85281" y="2285086"/>
                  </a:lnTo>
                  <a:lnTo>
                    <a:pt x="121707" y="2281650"/>
                  </a:lnTo>
                  <a:lnTo>
                    <a:pt x="143592" y="2276882"/>
                  </a:lnTo>
                  <a:lnTo>
                    <a:pt x="150897" y="2274472"/>
                  </a:lnTo>
                  <a:lnTo>
                    <a:pt x="149707" y="2271741"/>
                  </a:lnTo>
                  <a:lnTo>
                    <a:pt x="147842" y="2264779"/>
                  </a:lnTo>
                  <a:lnTo>
                    <a:pt x="147857" y="2255430"/>
                  </a:lnTo>
                  <a:lnTo>
                    <a:pt x="152308" y="2245540"/>
                  </a:lnTo>
                  <a:lnTo>
                    <a:pt x="163790" y="2239604"/>
                  </a:lnTo>
                  <a:lnTo>
                    <a:pt x="184451" y="2236179"/>
                  </a:lnTo>
                  <a:lnTo>
                    <a:pt x="216168" y="2228204"/>
                  </a:lnTo>
                  <a:lnTo>
                    <a:pt x="260824" y="2208616"/>
                  </a:lnTo>
                  <a:lnTo>
                    <a:pt x="305265" y="2176451"/>
                  </a:lnTo>
                  <a:lnTo>
                    <a:pt x="335759" y="2141761"/>
                  </a:lnTo>
                  <a:lnTo>
                    <a:pt x="358942" y="2102655"/>
                  </a:lnTo>
                  <a:lnTo>
                    <a:pt x="355941" y="2103353"/>
                  </a:lnTo>
                  <a:lnTo>
                    <a:pt x="346742" y="2106410"/>
                  </a:lnTo>
                  <a:lnTo>
                    <a:pt x="331054" y="2113268"/>
                  </a:lnTo>
                  <a:lnTo>
                    <a:pt x="308583" y="2125371"/>
                  </a:lnTo>
                  <a:lnTo>
                    <a:pt x="285214" y="2136205"/>
                  </a:lnTo>
                  <a:lnTo>
                    <a:pt x="266636" y="2140004"/>
                  </a:lnTo>
                  <a:lnTo>
                    <a:pt x="252264" y="2139336"/>
                  </a:lnTo>
                  <a:lnTo>
                    <a:pt x="241513" y="2136767"/>
                  </a:lnTo>
                  <a:lnTo>
                    <a:pt x="236592" y="2131326"/>
                  </a:lnTo>
                  <a:lnTo>
                    <a:pt x="236573" y="2122818"/>
                  </a:lnTo>
                  <a:lnTo>
                    <a:pt x="236165" y="2114977"/>
                  </a:lnTo>
                  <a:lnTo>
                    <a:pt x="230074" y="2111534"/>
                  </a:lnTo>
                  <a:lnTo>
                    <a:pt x="216491" y="2116188"/>
                  </a:lnTo>
                  <a:lnTo>
                    <a:pt x="198452" y="2126342"/>
                  </a:lnTo>
                  <a:lnTo>
                    <a:pt x="177933" y="2136289"/>
                  </a:lnTo>
                  <a:lnTo>
                    <a:pt x="156913" y="2140318"/>
                  </a:lnTo>
                  <a:lnTo>
                    <a:pt x="140130" y="2139496"/>
                  </a:lnTo>
                  <a:lnTo>
                    <a:pt x="129440" y="2138126"/>
                  </a:lnTo>
                  <a:lnTo>
                    <a:pt x="122497" y="2135355"/>
                  </a:lnTo>
                  <a:lnTo>
                    <a:pt x="116953" y="2130329"/>
                  </a:lnTo>
                  <a:lnTo>
                    <a:pt x="109503" y="2124511"/>
                  </a:lnTo>
                  <a:lnTo>
                    <a:pt x="99470" y="2119415"/>
                  </a:lnTo>
                  <a:lnTo>
                    <a:pt x="88449" y="2114263"/>
                  </a:lnTo>
                  <a:lnTo>
                    <a:pt x="78033" y="2108278"/>
                  </a:lnTo>
                  <a:lnTo>
                    <a:pt x="69507" y="2098495"/>
                  </a:lnTo>
                  <a:lnTo>
                    <a:pt x="65536" y="2086450"/>
                  </a:lnTo>
                  <a:lnTo>
                    <a:pt x="69781" y="2078123"/>
                  </a:lnTo>
                  <a:lnTo>
                    <a:pt x="85906" y="2079494"/>
                  </a:lnTo>
                  <a:lnTo>
                    <a:pt x="109814" y="2080308"/>
                  </a:lnTo>
                  <a:lnTo>
                    <a:pt x="135624" y="2069745"/>
                  </a:lnTo>
                  <a:lnTo>
                    <a:pt x="164316" y="2052939"/>
                  </a:lnTo>
                  <a:lnTo>
                    <a:pt x="196873" y="2035023"/>
                  </a:lnTo>
                  <a:lnTo>
                    <a:pt x="226740" y="2017305"/>
                  </a:lnTo>
                  <a:lnTo>
                    <a:pt x="247185" y="2000115"/>
                  </a:lnTo>
                  <a:lnTo>
                    <a:pt x="258927" y="1987115"/>
                  </a:lnTo>
                  <a:lnTo>
                    <a:pt x="262681" y="1981968"/>
                  </a:lnTo>
                  <a:lnTo>
                    <a:pt x="258039" y="1981872"/>
                  </a:lnTo>
                  <a:lnTo>
                    <a:pt x="245542" y="1981200"/>
                  </a:lnTo>
                  <a:lnTo>
                    <a:pt x="205563" y="1975826"/>
                  </a:lnTo>
                  <a:lnTo>
                    <a:pt x="174552" y="1941779"/>
                  </a:lnTo>
                  <a:lnTo>
                    <a:pt x="186029" y="1934611"/>
                  </a:lnTo>
                  <a:lnTo>
                    <a:pt x="207612" y="1928340"/>
                  </a:lnTo>
                  <a:lnTo>
                    <a:pt x="234410" y="1916019"/>
                  </a:lnTo>
                  <a:lnTo>
                    <a:pt x="264147" y="1898899"/>
                  </a:lnTo>
                  <a:lnTo>
                    <a:pt x="294545" y="1878226"/>
                  </a:lnTo>
                  <a:lnTo>
                    <a:pt x="325810" y="1855256"/>
                  </a:lnTo>
                  <a:lnTo>
                    <a:pt x="359109" y="1831045"/>
                  </a:lnTo>
                  <a:lnTo>
                    <a:pt x="393605" y="1806542"/>
                  </a:lnTo>
                  <a:lnTo>
                    <a:pt x="428464" y="1782698"/>
                  </a:lnTo>
                  <a:lnTo>
                    <a:pt x="395440" y="1782174"/>
                  </a:lnTo>
                  <a:lnTo>
                    <a:pt x="366713" y="1785723"/>
                  </a:lnTo>
                  <a:lnTo>
                    <a:pt x="343348" y="1792198"/>
                  </a:lnTo>
                  <a:lnTo>
                    <a:pt x="326409" y="1800457"/>
                  </a:lnTo>
                  <a:lnTo>
                    <a:pt x="313682" y="1807186"/>
                  </a:lnTo>
                  <a:lnTo>
                    <a:pt x="301351" y="1809392"/>
                  </a:lnTo>
                  <a:lnTo>
                    <a:pt x="288087" y="1806409"/>
                  </a:lnTo>
                  <a:lnTo>
                    <a:pt x="272560" y="1797571"/>
                  </a:lnTo>
                  <a:lnTo>
                    <a:pt x="243400" y="1794249"/>
                  </a:lnTo>
                  <a:lnTo>
                    <a:pt x="224559" y="1785316"/>
                  </a:lnTo>
                  <a:lnTo>
                    <a:pt x="214548" y="1773982"/>
                  </a:lnTo>
                  <a:lnTo>
                    <a:pt x="211877" y="1763459"/>
                  </a:lnTo>
                  <a:lnTo>
                    <a:pt x="215609" y="1755931"/>
                  </a:lnTo>
                  <a:lnTo>
                    <a:pt x="223909" y="1751130"/>
                  </a:lnTo>
                  <a:lnTo>
                    <a:pt x="233937" y="1748590"/>
                  </a:lnTo>
                  <a:lnTo>
                    <a:pt x="242850" y="1747846"/>
                  </a:lnTo>
                  <a:lnTo>
                    <a:pt x="251354" y="1746119"/>
                  </a:lnTo>
                  <a:lnTo>
                    <a:pt x="262254" y="1741464"/>
                  </a:lnTo>
                  <a:lnTo>
                    <a:pt x="292465" y="1726535"/>
                  </a:lnTo>
                  <a:lnTo>
                    <a:pt x="309038" y="1710594"/>
                  </a:lnTo>
                  <a:lnTo>
                    <a:pt x="328842" y="1693126"/>
                  </a:lnTo>
                  <a:lnTo>
                    <a:pt x="352406" y="1673259"/>
                  </a:lnTo>
                  <a:lnTo>
                    <a:pt x="353675" y="1666647"/>
                  </a:lnTo>
                  <a:lnTo>
                    <a:pt x="358051" y="1649996"/>
                  </a:lnTo>
                  <a:lnTo>
                    <a:pt x="366381" y="1628088"/>
                  </a:lnTo>
                  <a:lnTo>
                    <a:pt x="379516" y="1605701"/>
                  </a:lnTo>
                  <a:lnTo>
                    <a:pt x="396339" y="1589675"/>
                  </a:lnTo>
                  <a:lnTo>
                    <a:pt x="414388" y="1579497"/>
                  </a:lnTo>
                  <a:lnTo>
                    <a:pt x="432493" y="1568917"/>
                  </a:lnTo>
                  <a:lnTo>
                    <a:pt x="449483" y="1551684"/>
                  </a:lnTo>
                  <a:lnTo>
                    <a:pt x="430337" y="1559511"/>
                  </a:lnTo>
                  <a:lnTo>
                    <a:pt x="407332" y="1559417"/>
                  </a:lnTo>
                  <a:lnTo>
                    <a:pt x="388004" y="1555992"/>
                  </a:lnTo>
                  <a:lnTo>
                    <a:pt x="379888" y="1553830"/>
                  </a:lnTo>
                  <a:lnTo>
                    <a:pt x="373379" y="1557875"/>
                  </a:lnTo>
                  <a:lnTo>
                    <a:pt x="356732" y="1566992"/>
                  </a:lnTo>
                  <a:lnTo>
                    <a:pt x="334264" y="1576650"/>
                  </a:lnTo>
                  <a:lnTo>
                    <a:pt x="310292" y="1582318"/>
                  </a:lnTo>
                  <a:lnTo>
                    <a:pt x="288518" y="1583286"/>
                  </a:lnTo>
                  <a:lnTo>
                    <a:pt x="270192" y="1581403"/>
                  </a:lnTo>
                  <a:lnTo>
                    <a:pt x="255946" y="1575981"/>
                  </a:lnTo>
                  <a:lnTo>
                    <a:pt x="246415" y="1566335"/>
                  </a:lnTo>
                  <a:lnTo>
                    <a:pt x="242818" y="1555668"/>
                  </a:lnTo>
                  <a:lnTo>
                    <a:pt x="245217" y="1547596"/>
                  </a:lnTo>
                  <a:lnTo>
                    <a:pt x="252504" y="1542049"/>
                  </a:lnTo>
                  <a:lnTo>
                    <a:pt x="263572" y="1538957"/>
                  </a:lnTo>
                  <a:lnTo>
                    <a:pt x="268037" y="1532946"/>
                  </a:lnTo>
                  <a:lnTo>
                    <a:pt x="276394" y="1528551"/>
                  </a:lnTo>
                  <a:lnTo>
                    <a:pt x="287439" y="1523754"/>
                  </a:lnTo>
                  <a:lnTo>
                    <a:pt x="299967" y="1516536"/>
                  </a:lnTo>
                  <a:lnTo>
                    <a:pt x="308223" y="1504669"/>
                  </a:lnTo>
                  <a:lnTo>
                    <a:pt x="319725" y="1494745"/>
                  </a:lnTo>
                  <a:lnTo>
                    <a:pt x="330613" y="1486818"/>
                  </a:lnTo>
                  <a:lnTo>
                    <a:pt x="337031" y="1480944"/>
                  </a:lnTo>
                  <a:lnTo>
                    <a:pt x="371259" y="1446575"/>
                  </a:lnTo>
                  <a:lnTo>
                    <a:pt x="410012" y="1424123"/>
                  </a:lnTo>
                  <a:lnTo>
                    <a:pt x="424945" y="1412166"/>
                  </a:lnTo>
                  <a:lnTo>
                    <a:pt x="434655" y="1402539"/>
                  </a:lnTo>
                  <a:lnTo>
                    <a:pt x="438119" y="1398588"/>
                  </a:lnTo>
                  <a:lnTo>
                    <a:pt x="430807" y="1401855"/>
                  </a:lnTo>
                  <a:lnTo>
                    <a:pt x="413544" y="1409077"/>
                  </a:lnTo>
                  <a:lnTo>
                    <a:pt x="393342" y="1416381"/>
                  </a:lnTo>
                  <a:lnTo>
                    <a:pt x="377214" y="1419898"/>
                  </a:lnTo>
                  <a:lnTo>
                    <a:pt x="366482" y="1420142"/>
                  </a:lnTo>
                  <a:lnTo>
                    <a:pt x="357261" y="1419464"/>
                  </a:lnTo>
                  <a:lnTo>
                    <a:pt x="348751" y="1416745"/>
                  </a:lnTo>
                  <a:lnTo>
                    <a:pt x="340150" y="1410871"/>
                  </a:lnTo>
                  <a:lnTo>
                    <a:pt x="330000" y="1409213"/>
                  </a:lnTo>
                  <a:lnTo>
                    <a:pt x="324070" y="1404711"/>
                  </a:lnTo>
                  <a:lnTo>
                    <a:pt x="321537" y="1398072"/>
                  </a:lnTo>
                  <a:lnTo>
                    <a:pt x="321581" y="1390004"/>
                  </a:lnTo>
                  <a:lnTo>
                    <a:pt x="324939" y="1384030"/>
                  </a:lnTo>
                  <a:lnTo>
                    <a:pt x="331339" y="1381393"/>
                  </a:lnTo>
                  <a:lnTo>
                    <a:pt x="338450" y="1379380"/>
                  </a:lnTo>
                  <a:lnTo>
                    <a:pt x="343938" y="1375279"/>
                  </a:lnTo>
                  <a:lnTo>
                    <a:pt x="350383" y="1370133"/>
                  </a:lnTo>
                  <a:lnTo>
                    <a:pt x="361347" y="1365354"/>
                  </a:lnTo>
                  <a:lnTo>
                    <a:pt x="375973" y="1358786"/>
                  </a:lnTo>
                  <a:lnTo>
                    <a:pt x="408448" y="1333060"/>
                  </a:lnTo>
                  <a:lnTo>
                    <a:pt x="422893" y="1298472"/>
                  </a:lnTo>
                  <a:lnTo>
                    <a:pt x="410374" y="1298383"/>
                  </a:lnTo>
                  <a:lnTo>
                    <a:pt x="382292" y="1297760"/>
                  </a:lnTo>
                  <a:lnTo>
                    <a:pt x="336288" y="1292774"/>
                  </a:lnTo>
                  <a:lnTo>
                    <a:pt x="329446" y="1274772"/>
                  </a:lnTo>
                  <a:lnTo>
                    <a:pt x="329603" y="1266210"/>
                  </a:lnTo>
                  <a:lnTo>
                    <a:pt x="330982" y="1257871"/>
                  </a:lnTo>
                  <a:lnTo>
                    <a:pt x="335007" y="1251503"/>
                  </a:lnTo>
                  <a:lnTo>
                    <a:pt x="342513" y="1247272"/>
                  </a:lnTo>
                  <a:lnTo>
                    <a:pt x="354337" y="1245343"/>
                  </a:lnTo>
                  <a:lnTo>
                    <a:pt x="364721" y="1243390"/>
                  </a:lnTo>
                  <a:lnTo>
                    <a:pt x="370065" y="1239433"/>
                  </a:lnTo>
                  <a:lnTo>
                    <a:pt x="374433" y="1234157"/>
                  </a:lnTo>
                  <a:lnTo>
                    <a:pt x="381893" y="1228250"/>
                  </a:lnTo>
                  <a:lnTo>
                    <a:pt x="390959" y="1223932"/>
                  </a:lnTo>
                  <a:lnTo>
                    <a:pt x="398326" y="1221230"/>
                  </a:lnTo>
                  <a:lnTo>
                    <a:pt x="405331" y="1217543"/>
                  </a:lnTo>
                  <a:lnTo>
                    <a:pt x="413311" y="1210269"/>
                  </a:lnTo>
                  <a:lnTo>
                    <a:pt x="422119" y="1201163"/>
                  </a:lnTo>
                  <a:lnTo>
                    <a:pt x="431017" y="1193472"/>
                  </a:lnTo>
                  <a:lnTo>
                    <a:pt x="440458" y="1186836"/>
                  </a:lnTo>
                  <a:lnTo>
                    <a:pt x="450895" y="1180893"/>
                  </a:lnTo>
                  <a:lnTo>
                    <a:pt x="461431" y="1174215"/>
                  </a:lnTo>
                  <a:lnTo>
                    <a:pt x="471237" y="1164928"/>
                  </a:lnTo>
                  <a:lnTo>
                    <a:pt x="480861" y="1152007"/>
                  </a:lnTo>
                  <a:lnTo>
                    <a:pt x="490855" y="1134424"/>
                  </a:lnTo>
                  <a:lnTo>
                    <a:pt x="483578" y="1128282"/>
                  </a:lnTo>
                  <a:lnTo>
                    <a:pt x="480605" y="1121697"/>
                  </a:lnTo>
                  <a:lnTo>
                    <a:pt x="480138" y="1116443"/>
                  </a:lnTo>
                  <a:lnTo>
                    <a:pt x="480382" y="1114297"/>
                  </a:lnTo>
                  <a:lnTo>
                    <a:pt x="441387" y="1114075"/>
                  </a:lnTo>
                  <a:lnTo>
                    <a:pt x="400907" y="1102236"/>
                  </a:lnTo>
                  <a:lnTo>
                    <a:pt x="395155" y="1090371"/>
                  </a:lnTo>
                  <a:lnTo>
                    <a:pt x="396274" y="1078520"/>
                  </a:lnTo>
                  <a:lnTo>
                    <a:pt x="402923" y="1069167"/>
                  </a:lnTo>
                  <a:lnTo>
                    <a:pt x="413757" y="1064794"/>
                  </a:lnTo>
                  <a:lnTo>
                    <a:pt x="426820" y="1063081"/>
                  </a:lnTo>
                  <a:lnTo>
                    <a:pt x="440552" y="1059189"/>
                  </a:lnTo>
                  <a:lnTo>
                    <a:pt x="454200" y="1051829"/>
                  </a:lnTo>
                  <a:lnTo>
                    <a:pt x="467012" y="1039710"/>
                  </a:lnTo>
                  <a:lnTo>
                    <a:pt x="479623" y="1026445"/>
                  </a:lnTo>
                  <a:lnTo>
                    <a:pt x="492582" y="1015670"/>
                  </a:lnTo>
                  <a:lnTo>
                    <a:pt x="505011" y="1006131"/>
                  </a:lnTo>
                  <a:lnTo>
                    <a:pt x="516034" y="996570"/>
                  </a:lnTo>
                  <a:lnTo>
                    <a:pt x="525964" y="989106"/>
                  </a:lnTo>
                  <a:lnTo>
                    <a:pt x="563278" y="960567"/>
                  </a:lnTo>
                  <a:lnTo>
                    <a:pt x="576940" y="933970"/>
                  </a:lnTo>
                  <a:lnTo>
                    <a:pt x="569785" y="937274"/>
                  </a:lnTo>
                  <a:lnTo>
                    <a:pt x="552902" y="944755"/>
                  </a:lnTo>
                  <a:lnTo>
                    <a:pt x="533165" y="952763"/>
                  </a:lnTo>
                  <a:lnTo>
                    <a:pt x="517445" y="957649"/>
                  </a:lnTo>
                  <a:lnTo>
                    <a:pt x="507784" y="959746"/>
                  </a:lnTo>
                  <a:lnTo>
                    <a:pt x="498700" y="962828"/>
                  </a:lnTo>
                  <a:lnTo>
                    <a:pt x="485787" y="968408"/>
                  </a:lnTo>
                  <a:lnTo>
                    <a:pt x="464636" y="977997"/>
                  </a:lnTo>
                  <a:lnTo>
                    <a:pt x="441640" y="986135"/>
                  </a:lnTo>
                  <a:lnTo>
                    <a:pt x="425455" y="987598"/>
                  </a:lnTo>
                  <a:lnTo>
                    <a:pt x="415064" y="984262"/>
                  </a:lnTo>
                  <a:lnTo>
                    <a:pt x="409449" y="977997"/>
                  </a:lnTo>
                  <a:lnTo>
                    <a:pt x="408380" y="970651"/>
                  </a:lnTo>
                  <a:lnTo>
                    <a:pt x="411594" y="962902"/>
                  </a:lnTo>
                  <a:lnTo>
                    <a:pt x="447023" y="928707"/>
                  </a:lnTo>
                  <a:lnTo>
                    <a:pt x="475628" y="911106"/>
                  </a:lnTo>
                  <a:lnTo>
                    <a:pt x="490818" y="901247"/>
                  </a:lnTo>
                  <a:lnTo>
                    <a:pt x="501495" y="889730"/>
                  </a:lnTo>
                  <a:lnTo>
                    <a:pt x="507799" y="880170"/>
                  </a:lnTo>
                  <a:lnTo>
                    <a:pt x="509869" y="876180"/>
                  </a:lnTo>
                  <a:lnTo>
                    <a:pt x="508271" y="875541"/>
                  </a:lnTo>
                  <a:lnTo>
                    <a:pt x="503547" y="874348"/>
                  </a:lnTo>
                  <a:lnTo>
                    <a:pt x="495800" y="873682"/>
                  </a:lnTo>
                  <a:lnTo>
                    <a:pt x="485136" y="874626"/>
                  </a:lnTo>
                  <a:lnTo>
                    <a:pt x="473213" y="876066"/>
                  </a:lnTo>
                  <a:lnTo>
                    <a:pt x="462342" y="875606"/>
                  </a:lnTo>
                  <a:lnTo>
                    <a:pt x="453602" y="872399"/>
                  </a:lnTo>
                  <a:lnTo>
                    <a:pt x="448072" y="865598"/>
                  </a:lnTo>
                  <a:lnTo>
                    <a:pt x="446743" y="857258"/>
                  </a:lnTo>
                  <a:lnTo>
                    <a:pt x="449920" y="849708"/>
                  </a:lnTo>
                  <a:lnTo>
                    <a:pt x="457650" y="842519"/>
                  </a:lnTo>
                  <a:lnTo>
                    <a:pt x="469983" y="835260"/>
                  </a:lnTo>
                  <a:lnTo>
                    <a:pt x="484921" y="826277"/>
                  </a:lnTo>
                  <a:lnTo>
                    <a:pt x="500241" y="815503"/>
                  </a:lnTo>
                  <a:lnTo>
                    <a:pt x="515659" y="804897"/>
                  </a:lnTo>
                  <a:lnTo>
                    <a:pt x="530889" y="796413"/>
                  </a:lnTo>
                  <a:lnTo>
                    <a:pt x="542408" y="789673"/>
                  </a:lnTo>
                  <a:lnTo>
                    <a:pt x="561629" y="771949"/>
                  </a:lnTo>
                  <a:lnTo>
                    <a:pt x="580876" y="758009"/>
                  </a:lnTo>
                  <a:lnTo>
                    <a:pt x="608666" y="734799"/>
                  </a:lnTo>
                  <a:lnTo>
                    <a:pt x="636852" y="705019"/>
                  </a:lnTo>
                  <a:lnTo>
                    <a:pt x="658702" y="679332"/>
                  </a:lnTo>
                  <a:lnTo>
                    <a:pt x="667481" y="668400"/>
                  </a:lnTo>
                  <a:lnTo>
                    <a:pt x="641337" y="679278"/>
                  </a:lnTo>
                  <a:lnTo>
                    <a:pt x="632194" y="681832"/>
                  </a:lnTo>
                  <a:lnTo>
                    <a:pt x="623845" y="681285"/>
                  </a:lnTo>
                  <a:lnTo>
                    <a:pt x="612822" y="679143"/>
                  </a:lnTo>
                  <a:lnTo>
                    <a:pt x="579245" y="674835"/>
                  </a:lnTo>
                  <a:lnTo>
                    <a:pt x="570589" y="671296"/>
                  </a:lnTo>
                  <a:lnTo>
                    <a:pt x="566390" y="664996"/>
                  </a:lnTo>
                  <a:lnTo>
                    <a:pt x="563347" y="654637"/>
                  </a:lnTo>
                  <a:lnTo>
                    <a:pt x="566439" y="641317"/>
                  </a:lnTo>
                  <a:lnTo>
                    <a:pt x="579837" y="627435"/>
                  </a:lnTo>
                  <a:lnTo>
                    <a:pt x="599027" y="613650"/>
                  </a:lnTo>
                  <a:lnTo>
                    <a:pt x="619500" y="600621"/>
                  </a:lnTo>
                  <a:lnTo>
                    <a:pt x="634859" y="588785"/>
                  </a:lnTo>
                  <a:lnTo>
                    <a:pt x="643945" y="577303"/>
                  </a:lnTo>
                  <a:lnTo>
                    <a:pt x="650093" y="564919"/>
                  </a:lnTo>
                  <a:lnTo>
                    <a:pt x="656637" y="550378"/>
                  </a:lnTo>
                  <a:lnTo>
                    <a:pt x="667174" y="536568"/>
                  </a:lnTo>
                  <a:lnTo>
                    <a:pt x="681714" y="523980"/>
                  </a:lnTo>
                  <a:lnTo>
                    <a:pt x="698219" y="507756"/>
                  </a:lnTo>
                  <a:lnTo>
                    <a:pt x="714646" y="483042"/>
                  </a:lnTo>
                  <a:lnTo>
                    <a:pt x="696624" y="488736"/>
                  </a:lnTo>
                  <a:lnTo>
                    <a:pt x="679653" y="488693"/>
                  </a:lnTo>
                  <a:lnTo>
                    <a:pt x="665900" y="482865"/>
                  </a:lnTo>
                  <a:lnTo>
                    <a:pt x="657529" y="471203"/>
                  </a:lnTo>
                  <a:lnTo>
                    <a:pt x="659102" y="454796"/>
                  </a:lnTo>
                  <a:lnTo>
                    <a:pt x="672792" y="433909"/>
                  </a:lnTo>
                  <a:lnTo>
                    <a:pt x="697178" y="407250"/>
                  </a:lnTo>
                  <a:lnTo>
                    <a:pt x="730838" y="373529"/>
                  </a:lnTo>
                  <a:lnTo>
                    <a:pt x="716524" y="378045"/>
                  </a:lnTo>
                  <a:lnTo>
                    <a:pt x="701834" y="376969"/>
                  </a:lnTo>
                  <a:lnTo>
                    <a:pt x="690709" y="369678"/>
                  </a:lnTo>
                  <a:lnTo>
                    <a:pt x="687090" y="355548"/>
                  </a:lnTo>
                  <a:lnTo>
                    <a:pt x="701813" y="337640"/>
                  </a:lnTo>
                  <a:lnTo>
                    <a:pt x="732677" y="318837"/>
                  </a:lnTo>
                  <a:lnTo>
                    <a:pt x="764069" y="298244"/>
                  </a:lnTo>
                  <a:lnTo>
                    <a:pt x="780380" y="274967"/>
                  </a:lnTo>
                  <a:lnTo>
                    <a:pt x="785154" y="255402"/>
                  </a:lnTo>
                  <a:lnTo>
                    <a:pt x="791447" y="242261"/>
                  </a:lnTo>
                  <a:lnTo>
                    <a:pt x="797906" y="229119"/>
                  </a:lnTo>
                  <a:lnTo>
                    <a:pt x="803182" y="209555"/>
                  </a:lnTo>
                  <a:lnTo>
                    <a:pt x="811657" y="187748"/>
                  </a:lnTo>
                  <a:lnTo>
                    <a:pt x="824796" y="168182"/>
                  </a:lnTo>
                  <a:lnTo>
                    <a:pt x="836878" y="144884"/>
                  </a:lnTo>
                  <a:lnTo>
                    <a:pt x="842177" y="111881"/>
                  </a:lnTo>
                  <a:lnTo>
                    <a:pt x="845075" y="71986"/>
                  </a:lnTo>
                  <a:lnTo>
                    <a:pt x="852492" y="36017"/>
                  </a:lnTo>
                  <a:lnTo>
                    <a:pt x="862513" y="10010"/>
                  </a:lnTo>
                  <a:lnTo>
                    <a:pt x="873224" y="0"/>
                  </a:lnTo>
                  <a:lnTo>
                    <a:pt x="883958" y="9998"/>
                  </a:lnTo>
                  <a:lnTo>
                    <a:pt x="894030" y="35980"/>
                  </a:lnTo>
                  <a:lnTo>
                    <a:pt x="901499" y="71923"/>
                  </a:lnTo>
                  <a:lnTo>
                    <a:pt x="904420" y="111806"/>
                  </a:lnTo>
                  <a:lnTo>
                    <a:pt x="909719" y="144809"/>
                  </a:lnTo>
                  <a:lnTo>
                    <a:pt x="921800" y="168108"/>
                  </a:lnTo>
                  <a:lnTo>
                    <a:pt x="934940" y="187674"/>
                  </a:lnTo>
                  <a:lnTo>
                    <a:pt x="943414" y="209480"/>
                  </a:lnTo>
                  <a:lnTo>
                    <a:pt x="948680" y="229056"/>
                  </a:lnTo>
                  <a:lnTo>
                    <a:pt x="961411" y="255359"/>
                  </a:lnTo>
                  <a:lnTo>
                    <a:pt x="966217" y="274892"/>
                  </a:lnTo>
                  <a:lnTo>
                    <a:pt x="982559" y="298138"/>
                  </a:lnTo>
                  <a:lnTo>
                    <a:pt x="1013948" y="318735"/>
                  </a:lnTo>
                  <a:lnTo>
                    <a:pt x="1044794" y="337555"/>
                  </a:lnTo>
                  <a:lnTo>
                    <a:pt x="1059507" y="355473"/>
                  </a:lnTo>
                  <a:lnTo>
                    <a:pt x="1055899" y="369604"/>
                  </a:lnTo>
                  <a:lnTo>
                    <a:pt x="1044791" y="376895"/>
                  </a:lnTo>
                  <a:lnTo>
                    <a:pt x="1030104" y="377970"/>
                  </a:lnTo>
                  <a:lnTo>
                    <a:pt x="1015759" y="373454"/>
                  </a:lnTo>
                  <a:lnTo>
                    <a:pt x="1049461" y="407175"/>
                  </a:lnTo>
                  <a:lnTo>
                    <a:pt x="1073860" y="433834"/>
                  </a:lnTo>
                  <a:lnTo>
                    <a:pt x="1087536" y="454722"/>
                  </a:lnTo>
                  <a:lnTo>
                    <a:pt x="1089068" y="471128"/>
                  </a:lnTo>
                  <a:lnTo>
                    <a:pt x="1080666" y="482791"/>
                  </a:lnTo>
                  <a:lnTo>
                    <a:pt x="1066916" y="488619"/>
                  </a:lnTo>
                  <a:lnTo>
                    <a:pt x="1049962" y="488662"/>
                  </a:lnTo>
                  <a:lnTo>
                    <a:pt x="1031951" y="482967"/>
                  </a:lnTo>
                  <a:lnTo>
                    <a:pt x="1048378" y="507692"/>
                  </a:lnTo>
                  <a:lnTo>
                    <a:pt x="1064882" y="523933"/>
                  </a:lnTo>
                  <a:lnTo>
                    <a:pt x="1079423" y="536525"/>
                  </a:lnTo>
                  <a:lnTo>
                    <a:pt x="1089959" y="550303"/>
                  </a:lnTo>
                  <a:lnTo>
                    <a:pt x="1111706" y="588700"/>
                  </a:lnTo>
                  <a:lnTo>
                    <a:pt x="1147601" y="613586"/>
                  </a:lnTo>
                  <a:lnTo>
                    <a:pt x="1166788" y="627388"/>
                  </a:lnTo>
                  <a:lnTo>
                    <a:pt x="1180168" y="641274"/>
                  </a:lnTo>
                  <a:lnTo>
                    <a:pt x="1183249" y="654563"/>
                  </a:lnTo>
                  <a:lnTo>
                    <a:pt x="1180206" y="664890"/>
                  </a:lnTo>
                  <a:lnTo>
                    <a:pt x="1176007" y="671193"/>
                  </a:lnTo>
                  <a:lnTo>
                    <a:pt x="1167352" y="674750"/>
                  </a:lnTo>
                  <a:lnTo>
                    <a:pt x="1133775" y="679068"/>
                  </a:lnTo>
                  <a:lnTo>
                    <a:pt x="1122752" y="681211"/>
                  </a:lnTo>
                  <a:lnTo>
                    <a:pt x="1114403" y="681757"/>
                  </a:lnTo>
                  <a:lnTo>
                    <a:pt x="1105260" y="679203"/>
                  </a:lnTo>
                  <a:lnTo>
                    <a:pt x="1095159" y="674913"/>
                  </a:lnTo>
                  <a:lnTo>
                    <a:pt x="1079115" y="668326"/>
                  </a:lnTo>
                  <a:lnTo>
                    <a:pt x="1109745" y="704945"/>
                  </a:lnTo>
                  <a:lnTo>
                    <a:pt x="1137931" y="734724"/>
                  </a:lnTo>
                  <a:lnTo>
                    <a:pt x="1184978" y="771875"/>
                  </a:lnTo>
                  <a:lnTo>
                    <a:pt x="1204220" y="789599"/>
                  </a:lnTo>
                  <a:lnTo>
                    <a:pt x="1215708" y="796338"/>
                  </a:lnTo>
                  <a:lnTo>
                    <a:pt x="1230906" y="804812"/>
                  </a:lnTo>
                  <a:lnTo>
                    <a:pt x="1246328" y="815401"/>
                  </a:lnTo>
                  <a:lnTo>
                    <a:pt x="1261665" y="826171"/>
                  </a:lnTo>
                  <a:lnTo>
                    <a:pt x="1276613" y="835186"/>
                  </a:lnTo>
                  <a:lnTo>
                    <a:pt x="1288946" y="842465"/>
                  </a:lnTo>
                  <a:lnTo>
                    <a:pt x="1296677" y="849633"/>
                  </a:lnTo>
                  <a:lnTo>
                    <a:pt x="1299853" y="857162"/>
                  </a:lnTo>
                  <a:lnTo>
                    <a:pt x="1298524" y="865524"/>
                  </a:lnTo>
                  <a:lnTo>
                    <a:pt x="1293005" y="872366"/>
                  </a:lnTo>
                  <a:lnTo>
                    <a:pt x="1284282" y="875587"/>
                  </a:lnTo>
                  <a:lnTo>
                    <a:pt x="1273415" y="876034"/>
                  </a:lnTo>
                  <a:lnTo>
                    <a:pt x="1261461" y="874551"/>
                  </a:lnTo>
                  <a:lnTo>
                    <a:pt x="1250765" y="873577"/>
                  </a:lnTo>
                  <a:lnTo>
                    <a:pt x="1243022" y="874246"/>
                  </a:lnTo>
                  <a:lnTo>
                    <a:pt x="1238315" y="875457"/>
                  </a:lnTo>
                  <a:lnTo>
                    <a:pt x="1236727" y="876105"/>
                  </a:lnTo>
                  <a:lnTo>
                    <a:pt x="1238798" y="880085"/>
                  </a:lnTo>
                  <a:lnTo>
                    <a:pt x="1245102" y="889628"/>
                  </a:lnTo>
                  <a:lnTo>
                    <a:pt x="1255779" y="901141"/>
                  </a:lnTo>
                  <a:lnTo>
                    <a:pt x="1270968" y="911031"/>
                  </a:lnTo>
                  <a:lnTo>
                    <a:pt x="1286723" y="919485"/>
                  </a:lnTo>
                  <a:lnTo>
                    <a:pt x="1299574" y="928661"/>
                  </a:lnTo>
                  <a:lnTo>
                    <a:pt x="1328572" y="954802"/>
                  </a:lnTo>
                  <a:lnTo>
                    <a:pt x="1338216" y="970577"/>
                  </a:lnTo>
                  <a:lnTo>
                    <a:pt x="1337148" y="977923"/>
                  </a:lnTo>
                  <a:lnTo>
                    <a:pt x="1331533" y="984187"/>
                  </a:lnTo>
                  <a:lnTo>
                    <a:pt x="1321141" y="987524"/>
                  </a:lnTo>
                  <a:lnTo>
                    <a:pt x="1304956" y="986060"/>
                  </a:lnTo>
                  <a:lnTo>
                    <a:pt x="1281961" y="977923"/>
                  </a:lnTo>
                  <a:lnTo>
                    <a:pt x="1260810" y="968334"/>
                  </a:lnTo>
                  <a:lnTo>
                    <a:pt x="1247897" y="962754"/>
                  </a:lnTo>
                  <a:lnTo>
                    <a:pt x="1238813" y="959672"/>
                  </a:lnTo>
                  <a:lnTo>
                    <a:pt x="1229151" y="957574"/>
                  </a:lnTo>
                  <a:lnTo>
                    <a:pt x="1213432" y="952688"/>
                  </a:lnTo>
                  <a:lnTo>
                    <a:pt x="1193694" y="944681"/>
                  </a:lnTo>
                  <a:lnTo>
                    <a:pt x="1176812" y="937200"/>
                  </a:lnTo>
                  <a:lnTo>
                    <a:pt x="1169657" y="933896"/>
                  </a:lnTo>
                  <a:lnTo>
                    <a:pt x="1171406" y="937961"/>
                  </a:lnTo>
                  <a:lnTo>
                    <a:pt x="1192014" y="972299"/>
                  </a:lnTo>
                  <a:lnTo>
                    <a:pt x="1220675" y="989032"/>
                  </a:lnTo>
                  <a:lnTo>
                    <a:pt x="1230563" y="996496"/>
                  </a:lnTo>
                  <a:lnTo>
                    <a:pt x="1241554" y="1006067"/>
                  </a:lnTo>
                  <a:lnTo>
                    <a:pt x="1253987" y="1015624"/>
                  </a:lnTo>
                  <a:lnTo>
                    <a:pt x="1266963" y="1026402"/>
                  </a:lnTo>
                  <a:lnTo>
                    <a:pt x="1306045" y="1059087"/>
                  </a:lnTo>
                  <a:lnTo>
                    <a:pt x="1332840" y="1064720"/>
                  </a:lnTo>
                  <a:lnTo>
                    <a:pt x="1343684" y="1069093"/>
                  </a:lnTo>
                  <a:lnTo>
                    <a:pt x="1350350" y="1078446"/>
                  </a:lnTo>
                  <a:lnTo>
                    <a:pt x="1351473" y="1090297"/>
                  </a:lnTo>
                  <a:lnTo>
                    <a:pt x="1345689" y="1102162"/>
                  </a:lnTo>
                  <a:lnTo>
                    <a:pt x="1335583" y="1110224"/>
                  </a:lnTo>
                  <a:lnTo>
                    <a:pt x="1325059" y="1113603"/>
                  </a:lnTo>
                  <a:lnTo>
                    <a:pt x="1314730" y="1114222"/>
                  </a:lnTo>
                  <a:lnTo>
                    <a:pt x="1305209" y="1114001"/>
                  </a:lnTo>
                  <a:lnTo>
                    <a:pt x="1266215" y="1114223"/>
                  </a:lnTo>
                  <a:lnTo>
                    <a:pt x="1266448" y="1116369"/>
                  </a:lnTo>
                  <a:lnTo>
                    <a:pt x="1265964" y="1121622"/>
                  </a:lnTo>
                  <a:lnTo>
                    <a:pt x="1262987" y="1128208"/>
                  </a:lnTo>
                  <a:lnTo>
                    <a:pt x="1255742" y="1134350"/>
                  </a:lnTo>
                  <a:lnTo>
                    <a:pt x="1265735" y="1151943"/>
                  </a:lnTo>
                  <a:lnTo>
                    <a:pt x="1275360" y="1164882"/>
                  </a:lnTo>
                  <a:lnTo>
                    <a:pt x="1285165" y="1174172"/>
                  </a:lnTo>
                  <a:lnTo>
                    <a:pt x="1295702" y="1180819"/>
                  </a:lnTo>
                  <a:lnTo>
                    <a:pt x="1306139" y="1186730"/>
                  </a:lnTo>
                  <a:lnTo>
                    <a:pt x="1315580" y="1193370"/>
                  </a:lnTo>
                  <a:lnTo>
                    <a:pt x="1324478" y="1201078"/>
                  </a:lnTo>
                  <a:lnTo>
                    <a:pt x="1333285" y="1210195"/>
                  </a:lnTo>
                  <a:lnTo>
                    <a:pt x="1341276" y="1217458"/>
                  </a:lnTo>
                  <a:lnTo>
                    <a:pt x="1348298" y="1221128"/>
                  </a:lnTo>
                  <a:lnTo>
                    <a:pt x="1355669" y="1223826"/>
                  </a:lnTo>
                  <a:lnTo>
                    <a:pt x="1364704" y="1228176"/>
                  </a:lnTo>
                  <a:lnTo>
                    <a:pt x="1372132" y="1234114"/>
                  </a:lnTo>
                  <a:lnTo>
                    <a:pt x="1376504" y="1239386"/>
                  </a:lnTo>
                  <a:lnTo>
                    <a:pt x="1381865" y="1243326"/>
                  </a:lnTo>
                  <a:lnTo>
                    <a:pt x="1392260" y="1245269"/>
                  </a:lnTo>
                  <a:lnTo>
                    <a:pt x="1404084" y="1247197"/>
                  </a:lnTo>
                  <a:lnTo>
                    <a:pt x="1411590" y="1251429"/>
                  </a:lnTo>
                  <a:lnTo>
                    <a:pt x="1415615" y="1257797"/>
                  </a:lnTo>
                  <a:lnTo>
                    <a:pt x="1416994" y="1266135"/>
                  </a:lnTo>
                  <a:lnTo>
                    <a:pt x="1417140" y="1274698"/>
                  </a:lnTo>
                  <a:lnTo>
                    <a:pt x="1416492" y="1281915"/>
                  </a:lnTo>
                  <a:lnTo>
                    <a:pt x="1364332" y="1297685"/>
                  </a:lnTo>
                  <a:lnTo>
                    <a:pt x="1323704" y="1298397"/>
                  </a:lnTo>
                  <a:lnTo>
                    <a:pt x="1324833" y="1303712"/>
                  </a:lnTo>
                  <a:lnTo>
                    <a:pt x="1353191" y="1348196"/>
                  </a:lnTo>
                  <a:lnTo>
                    <a:pt x="1396214" y="1370048"/>
                  </a:lnTo>
                  <a:lnTo>
                    <a:pt x="1402659" y="1375205"/>
                  </a:lnTo>
                  <a:lnTo>
                    <a:pt x="1408147" y="1379306"/>
                  </a:lnTo>
                  <a:lnTo>
                    <a:pt x="1415257" y="1381319"/>
                  </a:lnTo>
                  <a:lnTo>
                    <a:pt x="1421658" y="1383956"/>
                  </a:lnTo>
                  <a:lnTo>
                    <a:pt x="1425015" y="1389930"/>
                  </a:lnTo>
                  <a:lnTo>
                    <a:pt x="1425049" y="1397998"/>
                  </a:lnTo>
                  <a:lnTo>
                    <a:pt x="1422499" y="1404636"/>
                  </a:lnTo>
                  <a:lnTo>
                    <a:pt x="1416565" y="1409139"/>
                  </a:lnTo>
                  <a:lnTo>
                    <a:pt x="1406446" y="1410797"/>
                  </a:lnTo>
                  <a:lnTo>
                    <a:pt x="1397846" y="1416671"/>
                  </a:lnTo>
                  <a:lnTo>
                    <a:pt x="1389335" y="1419389"/>
                  </a:lnTo>
                  <a:lnTo>
                    <a:pt x="1380115" y="1420068"/>
                  </a:lnTo>
                  <a:lnTo>
                    <a:pt x="1369383" y="1419824"/>
                  </a:lnTo>
                  <a:lnTo>
                    <a:pt x="1353255" y="1416307"/>
                  </a:lnTo>
                  <a:lnTo>
                    <a:pt x="1333053" y="1409002"/>
                  </a:lnTo>
                  <a:lnTo>
                    <a:pt x="1315790" y="1401781"/>
                  </a:lnTo>
                  <a:lnTo>
                    <a:pt x="1308477" y="1398513"/>
                  </a:lnTo>
                  <a:lnTo>
                    <a:pt x="1311952" y="1402465"/>
                  </a:lnTo>
                  <a:lnTo>
                    <a:pt x="1321680" y="1412091"/>
                  </a:lnTo>
                  <a:lnTo>
                    <a:pt x="1336616" y="1424049"/>
                  </a:lnTo>
                  <a:lnTo>
                    <a:pt x="1355716" y="1434993"/>
                  </a:lnTo>
                  <a:lnTo>
                    <a:pt x="1375307" y="1446500"/>
                  </a:lnTo>
                  <a:lnTo>
                    <a:pt x="1391610" y="1460179"/>
                  </a:lnTo>
                  <a:lnTo>
                    <a:pt x="1403429" y="1472734"/>
                  </a:lnTo>
                  <a:lnTo>
                    <a:pt x="1409566" y="1480870"/>
                  </a:lnTo>
                  <a:lnTo>
                    <a:pt x="1415984" y="1486744"/>
                  </a:lnTo>
                  <a:lnTo>
                    <a:pt x="1426872" y="1494670"/>
                  </a:lnTo>
                  <a:lnTo>
                    <a:pt x="1438373" y="1504595"/>
                  </a:lnTo>
                  <a:lnTo>
                    <a:pt x="1446630" y="1516462"/>
                  </a:lnTo>
                  <a:lnTo>
                    <a:pt x="1459116" y="1523680"/>
                  </a:lnTo>
                  <a:lnTo>
                    <a:pt x="1470147" y="1528477"/>
                  </a:lnTo>
                  <a:lnTo>
                    <a:pt x="1478518" y="1532872"/>
                  </a:lnTo>
                  <a:lnTo>
                    <a:pt x="1483024" y="1538883"/>
                  </a:lnTo>
                  <a:lnTo>
                    <a:pt x="1494093" y="1541974"/>
                  </a:lnTo>
                  <a:lnTo>
                    <a:pt x="1501380" y="1547522"/>
                  </a:lnTo>
                  <a:lnTo>
                    <a:pt x="1503778" y="1555594"/>
                  </a:lnTo>
                  <a:lnTo>
                    <a:pt x="1500182" y="1566261"/>
                  </a:lnTo>
                  <a:lnTo>
                    <a:pt x="1490650" y="1575907"/>
                  </a:lnTo>
                  <a:lnTo>
                    <a:pt x="1476404" y="1581328"/>
                  </a:lnTo>
                  <a:lnTo>
                    <a:pt x="1458078" y="1583212"/>
                  </a:lnTo>
                  <a:lnTo>
                    <a:pt x="1436305" y="1582244"/>
                  </a:lnTo>
                  <a:lnTo>
                    <a:pt x="1412333" y="1576575"/>
                  </a:lnTo>
                  <a:lnTo>
                    <a:pt x="1389865" y="1566918"/>
                  </a:lnTo>
                  <a:lnTo>
                    <a:pt x="1373218" y="1557801"/>
                  </a:lnTo>
                  <a:lnTo>
                    <a:pt x="1366709" y="1553756"/>
                  </a:lnTo>
                  <a:lnTo>
                    <a:pt x="1358592" y="1555918"/>
                  </a:lnTo>
                  <a:lnTo>
                    <a:pt x="1339264" y="1559342"/>
                  </a:lnTo>
                  <a:lnTo>
                    <a:pt x="1316260" y="1559437"/>
                  </a:lnTo>
                  <a:lnTo>
                    <a:pt x="1297113" y="1551610"/>
                  </a:lnTo>
                  <a:lnTo>
                    <a:pt x="1314146" y="1568832"/>
                  </a:lnTo>
                  <a:lnTo>
                    <a:pt x="1332264" y="1579395"/>
                  </a:lnTo>
                  <a:lnTo>
                    <a:pt x="1350299" y="1589570"/>
                  </a:lnTo>
                  <a:lnTo>
                    <a:pt x="1367081" y="1605627"/>
                  </a:lnTo>
                  <a:lnTo>
                    <a:pt x="1380184" y="1628045"/>
                  </a:lnTo>
                  <a:lnTo>
                    <a:pt x="1388518" y="1649950"/>
                  </a:lnTo>
                  <a:lnTo>
                    <a:pt x="1392911" y="1666583"/>
                  </a:lnTo>
                  <a:lnTo>
                    <a:pt x="1394191" y="1673184"/>
                  </a:lnTo>
                  <a:lnTo>
                    <a:pt x="1417727" y="1693024"/>
                  </a:lnTo>
                  <a:lnTo>
                    <a:pt x="1437527" y="1710489"/>
                  </a:lnTo>
                  <a:lnTo>
                    <a:pt x="1454131" y="1726461"/>
                  </a:lnTo>
                  <a:lnTo>
                    <a:pt x="1484287" y="1741362"/>
                  </a:lnTo>
                  <a:lnTo>
                    <a:pt x="1495201" y="1746034"/>
                  </a:lnTo>
                  <a:lnTo>
                    <a:pt x="1503747" y="1747772"/>
                  </a:lnTo>
                  <a:lnTo>
                    <a:pt x="1512681" y="1748515"/>
                  </a:lnTo>
                  <a:lnTo>
                    <a:pt x="1522687" y="1751055"/>
                  </a:lnTo>
                  <a:lnTo>
                    <a:pt x="1530967" y="1755857"/>
                  </a:lnTo>
                  <a:lnTo>
                    <a:pt x="1534720" y="1763385"/>
                  </a:lnTo>
                  <a:lnTo>
                    <a:pt x="1532069" y="1773907"/>
                  </a:lnTo>
                  <a:lnTo>
                    <a:pt x="1522037" y="1785241"/>
                  </a:lnTo>
                  <a:lnTo>
                    <a:pt x="1503176" y="1794175"/>
                  </a:lnTo>
                  <a:lnTo>
                    <a:pt x="1474037" y="1797497"/>
                  </a:lnTo>
                  <a:lnTo>
                    <a:pt x="1458510" y="1806366"/>
                  </a:lnTo>
                  <a:lnTo>
                    <a:pt x="1445246" y="1809345"/>
                  </a:lnTo>
                  <a:lnTo>
                    <a:pt x="1432915" y="1807122"/>
                  </a:lnTo>
                  <a:lnTo>
                    <a:pt x="1420187" y="1800383"/>
                  </a:lnTo>
                  <a:lnTo>
                    <a:pt x="1403239" y="1792124"/>
                  </a:lnTo>
                  <a:lnTo>
                    <a:pt x="1379856" y="1785648"/>
                  </a:lnTo>
                  <a:lnTo>
                    <a:pt x="1351125" y="1782100"/>
                  </a:lnTo>
                  <a:lnTo>
                    <a:pt x="1318133" y="1782624"/>
                  </a:lnTo>
                  <a:lnTo>
                    <a:pt x="1352991" y="1806468"/>
                  </a:lnTo>
                  <a:lnTo>
                    <a:pt x="1387488" y="1830971"/>
                  </a:lnTo>
                  <a:lnTo>
                    <a:pt x="1420786" y="1855182"/>
                  </a:lnTo>
                  <a:lnTo>
                    <a:pt x="1452051" y="1878152"/>
                  </a:lnTo>
                  <a:lnTo>
                    <a:pt x="1482460" y="1898824"/>
                  </a:lnTo>
                  <a:lnTo>
                    <a:pt x="1512214" y="1915945"/>
                  </a:lnTo>
                  <a:lnTo>
                    <a:pt x="1539016" y="1928265"/>
                  </a:lnTo>
                  <a:lnTo>
                    <a:pt x="1560568" y="1934536"/>
                  </a:lnTo>
                  <a:lnTo>
                    <a:pt x="1572013" y="1941705"/>
                  </a:lnTo>
                  <a:lnTo>
                    <a:pt x="1541033" y="1975752"/>
                  </a:lnTo>
                  <a:lnTo>
                    <a:pt x="1501054" y="1981126"/>
                  </a:lnTo>
                  <a:lnTo>
                    <a:pt x="1483915" y="1981893"/>
                  </a:lnTo>
                  <a:lnTo>
                    <a:pt x="1487680" y="1987030"/>
                  </a:lnTo>
                  <a:lnTo>
                    <a:pt x="1499439" y="2000013"/>
                  </a:lnTo>
                  <a:lnTo>
                    <a:pt x="1519888" y="2017200"/>
                  </a:lnTo>
                  <a:lnTo>
                    <a:pt x="1549723" y="2034948"/>
                  </a:lnTo>
                  <a:lnTo>
                    <a:pt x="1582249" y="2052906"/>
                  </a:lnTo>
                  <a:lnTo>
                    <a:pt x="1610945" y="2069726"/>
                  </a:lnTo>
                  <a:lnTo>
                    <a:pt x="1636772" y="2080275"/>
                  </a:lnTo>
                  <a:lnTo>
                    <a:pt x="1660691" y="2079420"/>
                  </a:lnTo>
                  <a:lnTo>
                    <a:pt x="1676826" y="2078017"/>
                  </a:lnTo>
                  <a:lnTo>
                    <a:pt x="1681088" y="2086348"/>
                  </a:lnTo>
                  <a:lnTo>
                    <a:pt x="1677121" y="2098410"/>
                  </a:lnTo>
                  <a:lnTo>
                    <a:pt x="1668564" y="2108204"/>
                  </a:lnTo>
                  <a:lnTo>
                    <a:pt x="1658116" y="2114188"/>
                  </a:lnTo>
                  <a:lnTo>
                    <a:pt x="1647098" y="2119340"/>
                  </a:lnTo>
                  <a:lnTo>
                    <a:pt x="1637083" y="2124437"/>
                  </a:lnTo>
                  <a:lnTo>
                    <a:pt x="1629643" y="2130255"/>
                  </a:lnTo>
                  <a:lnTo>
                    <a:pt x="1624099" y="2135291"/>
                  </a:lnTo>
                  <a:lnTo>
                    <a:pt x="1617156" y="2138080"/>
                  </a:lnTo>
                  <a:lnTo>
                    <a:pt x="1606466" y="2139453"/>
                  </a:lnTo>
                  <a:lnTo>
                    <a:pt x="1589683" y="2140244"/>
                  </a:lnTo>
                  <a:lnTo>
                    <a:pt x="1568674" y="2136184"/>
                  </a:lnTo>
                  <a:lnTo>
                    <a:pt x="1548173" y="2126240"/>
                  </a:lnTo>
                  <a:lnTo>
                    <a:pt x="1530136" y="2116103"/>
                  </a:lnTo>
                  <a:lnTo>
                    <a:pt x="1516522" y="2111460"/>
                  </a:lnTo>
                  <a:lnTo>
                    <a:pt x="1510390" y="2114903"/>
                  </a:lnTo>
                  <a:lnTo>
                    <a:pt x="1509967" y="2122744"/>
                  </a:lnTo>
                  <a:lnTo>
                    <a:pt x="1509963" y="2131251"/>
                  </a:lnTo>
                  <a:lnTo>
                    <a:pt x="1505084" y="2136692"/>
                  </a:lnTo>
                  <a:lnTo>
                    <a:pt x="1494374" y="2139251"/>
                  </a:lnTo>
                  <a:lnTo>
                    <a:pt x="1480016" y="2139902"/>
                  </a:lnTo>
                  <a:lnTo>
                    <a:pt x="1461424" y="2136099"/>
                  </a:lnTo>
                  <a:lnTo>
                    <a:pt x="1438013" y="2125297"/>
                  </a:lnTo>
                  <a:lnTo>
                    <a:pt x="1415511" y="2113225"/>
                  </a:lnTo>
                  <a:lnTo>
                    <a:pt x="1399826" y="2106363"/>
                  </a:lnTo>
                  <a:lnTo>
                    <a:pt x="1390645" y="2103289"/>
                  </a:lnTo>
                  <a:lnTo>
                    <a:pt x="1387655" y="2102580"/>
                  </a:lnTo>
                  <a:lnTo>
                    <a:pt x="1393282" y="2113944"/>
                  </a:lnTo>
                  <a:lnTo>
                    <a:pt x="1441331" y="2176408"/>
                  </a:lnTo>
                  <a:lnTo>
                    <a:pt x="1485772" y="2208542"/>
                  </a:lnTo>
                  <a:lnTo>
                    <a:pt x="1530438" y="2228088"/>
                  </a:lnTo>
                  <a:lnTo>
                    <a:pt x="1582837" y="2239488"/>
                  </a:lnTo>
                  <a:lnTo>
                    <a:pt x="1594288" y="2245465"/>
                  </a:lnTo>
                  <a:lnTo>
                    <a:pt x="1598708" y="2255387"/>
                  </a:lnTo>
                  <a:lnTo>
                    <a:pt x="1598726" y="2264732"/>
                  </a:lnTo>
                  <a:lnTo>
                    <a:pt x="1596879" y="2271677"/>
                  </a:lnTo>
                  <a:lnTo>
                    <a:pt x="1595700" y="2274398"/>
                  </a:lnTo>
                  <a:lnTo>
                    <a:pt x="1603004" y="2276807"/>
                  </a:lnTo>
                  <a:lnTo>
                    <a:pt x="1624890" y="2281575"/>
                  </a:lnTo>
                  <a:lnTo>
                    <a:pt x="1661315" y="2285011"/>
                  </a:lnTo>
                  <a:lnTo>
                    <a:pt x="1712238" y="2283425"/>
                  </a:lnTo>
                  <a:lnTo>
                    <a:pt x="1746894" y="2286168"/>
                  </a:lnTo>
                  <a:lnTo>
                    <a:pt x="1714912" y="2327083"/>
                  </a:lnTo>
                  <a:lnTo>
                    <a:pt x="1680030" y="2346488"/>
                  </a:lnTo>
                  <a:lnTo>
                    <a:pt x="1633060" y="2362675"/>
                  </a:lnTo>
                  <a:lnTo>
                    <a:pt x="1608465" y="2366599"/>
                  </a:lnTo>
                  <a:lnTo>
                    <a:pt x="1543633" y="2377400"/>
                  </a:lnTo>
                  <a:lnTo>
                    <a:pt x="1549787" y="2383223"/>
                  </a:lnTo>
                  <a:lnTo>
                    <a:pt x="1562898" y="2397351"/>
                  </a:lnTo>
                  <a:lnTo>
                    <a:pt x="1574936" y="2414766"/>
                  </a:lnTo>
                  <a:lnTo>
                    <a:pt x="1577874" y="2430455"/>
                  </a:lnTo>
                  <a:lnTo>
                    <a:pt x="1564769" y="2438456"/>
                  </a:lnTo>
                  <a:lnTo>
                    <a:pt x="1538768" y="2438640"/>
                  </a:lnTo>
                  <a:lnTo>
                    <a:pt x="1506973" y="2434731"/>
                  </a:lnTo>
                  <a:lnTo>
                    <a:pt x="1476488" y="2430455"/>
                  </a:lnTo>
                  <a:lnTo>
                    <a:pt x="1446214" y="2427202"/>
                  </a:lnTo>
                  <a:lnTo>
                    <a:pt x="1412277" y="2421640"/>
                  </a:lnTo>
                  <a:lnTo>
                    <a:pt x="1377616" y="2410403"/>
                  </a:lnTo>
                  <a:lnTo>
                    <a:pt x="1345169" y="2390127"/>
                  </a:lnTo>
                  <a:lnTo>
                    <a:pt x="1365856" y="2410070"/>
                  </a:lnTo>
                  <a:lnTo>
                    <a:pt x="1376913" y="2425469"/>
                  </a:lnTo>
                  <a:lnTo>
                    <a:pt x="1378875" y="2436942"/>
                  </a:lnTo>
                  <a:lnTo>
                    <a:pt x="1372280" y="2445105"/>
                  </a:lnTo>
                  <a:lnTo>
                    <a:pt x="1349949" y="2449283"/>
                  </a:lnTo>
                  <a:lnTo>
                    <a:pt x="1310622" y="2448500"/>
                  </a:lnTo>
                  <a:lnTo>
                    <a:pt x="1263704" y="2442931"/>
                  </a:lnTo>
                  <a:lnTo>
                    <a:pt x="1218604" y="2432748"/>
                  </a:lnTo>
                  <a:lnTo>
                    <a:pt x="1231353" y="2452066"/>
                  </a:lnTo>
                  <a:lnTo>
                    <a:pt x="1235585" y="2465695"/>
                  </a:lnTo>
                  <a:lnTo>
                    <a:pt x="1232757" y="2475411"/>
                  </a:lnTo>
                  <a:lnTo>
                    <a:pt x="1224323" y="2482991"/>
                  </a:lnTo>
                  <a:lnTo>
                    <a:pt x="1197304" y="2486987"/>
                  </a:lnTo>
                  <a:lnTo>
                    <a:pt x="1151840" y="2486543"/>
                  </a:lnTo>
                  <a:lnTo>
                    <a:pt x="1109063" y="2484323"/>
                  </a:lnTo>
                  <a:lnTo>
                    <a:pt x="1090108" y="2482991"/>
                  </a:lnTo>
                  <a:lnTo>
                    <a:pt x="1092030" y="2485839"/>
                  </a:lnTo>
                  <a:lnTo>
                    <a:pt x="1095511" y="2492675"/>
                  </a:lnTo>
                  <a:lnTo>
                    <a:pt x="1097127" y="2500941"/>
                  </a:lnTo>
                  <a:lnTo>
                    <a:pt x="1093450" y="2508076"/>
                  </a:lnTo>
                  <a:lnTo>
                    <a:pt x="1070005" y="2509665"/>
                  </a:lnTo>
                  <a:lnTo>
                    <a:pt x="1026380" y="2504311"/>
                  </a:lnTo>
                  <a:lnTo>
                    <a:pt x="980248" y="2493976"/>
                  </a:lnTo>
                  <a:lnTo>
                    <a:pt x="949282" y="2480623"/>
                  </a:lnTo>
                  <a:lnTo>
                    <a:pt x="955001" y="2615221"/>
                  </a:lnTo>
                  <a:lnTo>
                    <a:pt x="1435553" y="2618343"/>
                  </a:lnTo>
                  <a:lnTo>
                    <a:pt x="1553586" y="2619439"/>
                  </a:lnTo>
                  <a:lnTo>
                    <a:pt x="1596229" y="2625807"/>
                  </a:lnTo>
                  <a:lnTo>
                    <a:pt x="1633413" y="2638807"/>
                  </a:lnTo>
                  <a:lnTo>
                    <a:pt x="1659707" y="2651613"/>
                  </a:lnTo>
                  <a:lnTo>
                    <a:pt x="1669678" y="2657399"/>
                  </a:lnTo>
                  <a:close/>
                </a:path>
              </a:pathLst>
            </a:custGeom>
            <a:solidFill>
              <a:srgbClr val="000000">
                <a:alpha val="77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960FD42-B61C-99FB-82E0-9BB33E2888F8}"/>
                </a:ext>
              </a:extLst>
            </p:cNvPr>
            <p:cNvSpPr/>
            <p:nvPr/>
          </p:nvSpPr>
          <p:spPr>
            <a:xfrm>
              <a:off x="0" y="9850735"/>
              <a:ext cx="18288000" cy="403860"/>
            </a:xfrm>
            <a:custGeom>
              <a:avLst/>
              <a:gdLst/>
              <a:ahLst/>
              <a:cxnLst/>
              <a:rect l="l" t="t" r="r" b="b"/>
              <a:pathLst>
                <a:path w="18288000" h="403859">
                  <a:moveTo>
                    <a:pt x="18287999" y="403288"/>
                  </a:moveTo>
                  <a:lnTo>
                    <a:pt x="0" y="403288"/>
                  </a:lnTo>
                  <a:lnTo>
                    <a:pt x="0" y="0"/>
                  </a:lnTo>
                  <a:lnTo>
                    <a:pt x="18287999" y="0"/>
                  </a:lnTo>
                  <a:lnTo>
                    <a:pt x="18287999" y="4032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5E787B65-6726-9EFE-9540-F3C5AD63644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6645" y="7474670"/>
              <a:ext cx="7311424" cy="2139059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B86A5716-7B59-A834-30D0-ED8976E2161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492" y="7520729"/>
              <a:ext cx="95250" cy="95249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43197FA-65AD-D671-1C72-20F1CF88FDE1}"/>
                </a:ext>
              </a:extLst>
            </p:cNvPr>
            <p:cNvSpPr/>
            <p:nvPr/>
          </p:nvSpPr>
          <p:spPr>
            <a:xfrm>
              <a:off x="7919807" y="7673129"/>
              <a:ext cx="39370" cy="28575"/>
            </a:xfrm>
            <a:custGeom>
              <a:avLst/>
              <a:gdLst/>
              <a:ahLst/>
              <a:cxnLst/>
              <a:rect l="l" t="t" r="r" b="b"/>
              <a:pathLst>
                <a:path w="39370" h="28575">
                  <a:moveTo>
                    <a:pt x="39078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39078" y="0"/>
                  </a:lnTo>
                  <a:lnTo>
                    <a:pt x="39078" y="285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2F3DB3BD-A4A5-C861-9CB4-AABA21703CD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492" y="8082704"/>
              <a:ext cx="95250" cy="95249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3195F6B9-7607-7379-D801-117F1C912C4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8492" y="8644679"/>
              <a:ext cx="95250" cy="95249"/>
            </a:xfrm>
            <a:prstGeom prst="rect">
              <a:avLst/>
            </a:prstGeom>
          </p:spPr>
        </p:pic>
      </p:grpSp>
      <p:pic>
        <p:nvPicPr>
          <p:cNvPr id="18" name="object 18">
            <a:extLst>
              <a:ext uri="{FF2B5EF4-FFF2-40B4-BE49-F238E27FC236}">
                <a16:creationId xmlns:a16="http://schemas.microsoft.com/office/drawing/2014/main" id="{D15FD330-4319-B2B5-2F12-B17EEED8528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8492" y="4148880"/>
            <a:ext cx="95250" cy="95249"/>
          </a:xfrm>
          <a:prstGeom prst="rect">
            <a:avLst/>
          </a:prstGeom>
        </p:spPr>
      </p:pic>
      <p:pic>
        <p:nvPicPr>
          <p:cNvPr id="19" name="object 19">
            <a:extLst>
              <a:ext uri="{FF2B5EF4-FFF2-40B4-BE49-F238E27FC236}">
                <a16:creationId xmlns:a16="http://schemas.microsoft.com/office/drawing/2014/main" id="{5EB33257-C132-0985-3CDA-CC49066C3F8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8492" y="4710855"/>
            <a:ext cx="95250" cy="95249"/>
          </a:xfrm>
          <a:prstGeom prst="rect">
            <a:avLst/>
          </a:prstGeom>
        </p:spPr>
      </p:pic>
      <p:pic>
        <p:nvPicPr>
          <p:cNvPr id="20" name="object 20">
            <a:extLst>
              <a:ext uri="{FF2B5EF4-FFF2-40B4-BE49-F238E27FC236}">
                <a16:creationId xmlns:a16="http://schemas.microsoft.com/office/drawing/2014/main" id="{18226CFC-A0B9-1DF2-BD73-59045B7D0A1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15304" y="5268067"/>
            <a:ext cx="104775" cy="104774"/>
          </a:xfrm>
          <a:prstGeom prst="rect">
            <a:avLst/>
          </a:prstGeom>
        </p:spPr>
      </p:pic>
      <p:pic>
        <p:nvPicPr>
          <p:cNvPr id="21" name="object 21">
            <a:extLst>
              <a:ext uri="{FF2B5EF4-FFF2-40B4-BE49-F238E27FC236}">
                <a16:creationId xmlns:a16="http://schemas.microsoft.com/office/drawing/2014/main" id="{EA9F7900-D196-8796-E24B-499B0F14DABA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8492" y="5834805"/>
            <a:ext cx="95250" cy="95249"/>
          </a:xfrm>
          <a:prstGeom prst="rect">
            <a:avLst/>
          </a:prstGeom>
        </p:spPr>
      </p:pic>
      <p:pic>
        <p:nvPicPr>
          <p:cNvPr id="22" name="object 22">
            <a:extLst>
              <a:ext uri="{FF2B5EF4-FFF2-40B4-BE49-F238E27FC236}">
                <a16:creationId xmlns:a16="http://schemas.microsoft.com/office/drawing/2014/main" id="{1983A8AE-31D5-D908-D0AF-EBFEC62EF1F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8492" y="6396780"/>
            <a:ext cx="95250" cy="95249"/>
          </a:xfrm>
          <a:prstGeom prst="rect">
            <a:avLst/>
          </a:prstGeom>
        </p:spPr>
      </p:pic>
      <p:pic>
        <p:nvPicPr>
          <p:cNvPr id="23" name="object 23">
            <a:extLst>
              <a:ext uri="{FF2B5EF4-FFF2-40B4-BE49-F238E27FC236}">
                <a16:creationId xmlns:a16="http://schemas.microsoft.com/office/drawing/2014/main" id="{395895FE-F008-9289-B131-F2308352FF2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8492" y="6958755"/>
            <a:ext cx="95250" cy="95249"/>
          </a:xfrm>
          <a:prstGeom prst="rect">
            <a:avLst/>
          </a:prstGeom>
        </p:spPr>
      </p:pic>
      <p:sp>
        <p:nvSpPr>
          <p:cNvPr id="24" name="object 24">
            <a:extLst>
              <a:ext uri="{FF2B5EF4-FFF2-40B4-BE49-F238E27FC236}">
                <a16:creationId xmlns:a16="http://schemas.microsoft.com/office/drawing/2014/main" id="{CE7FD1A7-6851-8515-D639-8B6EE73A4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Cite</a:t>
            </a:r>
            <a:r>
              <a:rPr spc="-65" dirty="0"/>
              <a:t> </a:t>
            </a:r>
            <a:r>
              <a:rPr dirty="0"/>
              <a:t>relevant</a:t>
            </a:r>
            <a:r>
              <a:rPr spc="-65" dirty="0"/>
              <a:t> </a:t>
            </a:r>
            <a:r>
              <a:rPr dirty="0"/>
              <a:t>documentation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references</a:t>
            </a:r>
            <a:r>
              <a:rPr spc="-60" dirty="0"/>
              <a:t> </a:t>
            </a:r>
            <a:r>
              <a:rPr dirty="0"/>
              <a:t>on</a:t>
            </a:r>
            <a:r>
              <a:rPr spc="-65" dirty="0"/>
              <a:t> </a:t>
            </a:r>
            <a:r>
              <a:rPr dirty="0"/>
              <a:t>this</a:t>
            </a:r>
            <a:r>
              <a:rPr spc="-65" dirty="0"/>
              <a:t> </a:t>
            </a:r>
            <a:r>
              <a:rPr spc="-10" dirty="0"/>
              <a:t>slide.</a:t>
            </a: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pc="-10" dirty="0"/>
          </a:p>
          <a:p>
            <a:pPr marL="452755">
              <a:lnSpc>
                <a:spcPct val="100000"/>
              </a:lnSpc>
            </a:pPr>
            <a:r>
              <a:rPr dirty="0"/>
              <a:t>Upto</a:t>
            </a:r>
            <a:r>
              <a:rPr spc="-50" dirty="0"/>
              <a:t> </a:t>
            </a:r>
            <a:r>
              <a:rPr dirty="0"/>
              <a:t>8</a:t>
            </a:r>
            <a:r>
              <a:rPr spc="-50" dirty="0"/>
              <a:t> </a:t>
            </a:r>
            <a:r>
              <a:rPr dirty="0"/>
              <a:t>maximum</a:t>
            </a:r>
            <a:r>
              <a:rPr spc="-45" dirty="0"/>
              <a:t> </a:t>
            </a:r>
            <a:r>
              <a:rPr dirty="0"/>
              <a:t>slides</a:t>
            </a:r>
            <a:r>
              <a:rPr spc="-5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spc="-10" dirty="0"/>
              <a:t>allowed</a:t>
            </a:r>
          </a:p>
          <a:p>
            <a:pPr marL="452755">
              <a:lnSpc>
                <a:spcPct val="100000"/>
              </a:lnSpc>
              <a:spcBef>
                <a:spcPts val="1425"/>
              </a:spcBef>
            </a:pPr>
            <a:r>
              <a:rPr dirty="0"/>
              <a:t>You</a:t>
            </a:r>
            <a:r>
              <a:rPr spc="-90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spc="-20" dirty="0"/>
              <a:t>modify</a:t>
            </a:r>
            <a:r>
              <a:rPr spc="29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theme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back</a:t>
            </a:r>
            <a:r>
              <a:rPr u="none" dirty="0"/>
              <a:t>g</a:t>
            </a:r>
            <a:r>
              <a:rPr dirty="0"/>
              <a:t>rounds</a:t>
            </a:r>
            <a:r>
              <a:rPr spc="-50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needed</a:t>
            </a:r>
            <a:r>
              <a:rPr spc="-55" dirty="0"/>
              <a:t> </a:t>
            </a:r>
            <a:r>
              <a:rPr dirty="0"/>
              <a:t>but</a:t>
            </a:r>
            <a:r>
              <a:rPr spc="-55" dirty="0"/>
              <a:t> </a:t>
            </a:r>
            <a:r>
              <a:rPr dirty="0"/>
              <a:t>follow</a:t>
            </a:r>
            <a:r>
              <a:rPr spc="-55" dirty="0"/>
              <a:t> </a:t>
            </a:r>
            <a:r>
              <a:rPr spc="-10" dirty="0"/>
              <a:t>the</a:t>
            </a:r>
            <a:r>
              <a:rPr spc="-180" dirty="0"/>
              <a:t> </a:t>
            </a:r>
            <a:r>
              <a:rPr u="none" dirty="0"/>
              <a:t>g</a:t>
            </a:r>
            <a:r>
              <a:rPr dirty="0"/>
              <a:t>eneral</a:t>
            </a:r>
            <a:r>
              <a:rPr spc="-55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spc="-10" dirty="0"/>
              <a:t>presentation.</a:t>
            </a:r>
          </a:p>
          <a:p>
            <a:pPr marL="1624965">
              <a:lnSpc>
                <a:spcPct val="100000"/>
              </a:lnSpc>
              <a:spcBef>
                <a:spcPts val="1425"/>
              </a:spcBef>
            </a:pPr>
            <a:r>
              <a:rPr dirty="0"/>
              <a:t>IT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NOT</a:t>
            </a:r>
            <a:r>
              <a:rPr spc="-30" dirty="0"/>
              <a:t> </a:t>
            </a:r>
            <a:r>
              <a:rPr dirty="0"/>
              <a:t>COMPULSORY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FOLLOW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COLOURS</a:t>
            </a:r>
            <a:r>
              <a:rPr spc="-25" dirty="0"/>
              <a:t> </a:t>
            </a:r>
            <a:r>
              <a:rPr dirty="0"/>
              <a:t>OR</a:t>
            </a:r>
            <a:r>
              <a:rPr spc="-30" dirty="0"/>
              <a:t> </a:t>
            </a:r>
            <a:r>
              <a:rPr dirty="0"/>
              <a:t>THEME</a:t>
            </a:r>
            <a:r>
              <a:rPr spc="-25" dirty="0"/>
              <a:t> </a:t>
            </a:r>
            <a:r>
              <a:rPr dirty="0"/>
              <a:t>OR</a:t>
            </a:r>
            <a:r>
              <a:rPr spc="-25" dirty="0"/>
              <a:t> BG.</a:t>
            </a:r>
          </a:p>
          <a:p>
            <a:pPr marL="452755" marR="6837045">
              <a:lnSpc>
                <a:spcPct val="147500"/>
              </a:lnSpc>
            </a:pPr>
            <a:r>
              <a:rPr dirty="0"/>
              <a:t>All</a:t>
            </a:r>
            <a:r>
              <a:rPr spc="-8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topics</a:t>
            </a:r>
            <a:r>
              <a:rPr spc="-40" dirty="0"/>
              <a:t> </a:t>
            </a:r>
            <a:r>
              <a:rPr dirty="0"/>
              <a:t>should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utilized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description</a:t>
            </a:r>
            <a:r>
              <a:rPr spc="-40" dirty="0"/>
              <a:t> </a:t>
            </a:r>
            <a:r>
              <a:rPr spc="-10" dirty="0"/>
              <a:t>of</a:t>
            </a:r>
            <a:r>
              <a:rPr spc="-180" dirty="0"/>
              <a:t> </a:t>
            </a:r>
            <a:r>
              <a:rPr dirty="0"/>
              <a:t>your</a:t>
            </a:r>
            <a:r>
              <a:rPr spc="-40" dirty="0"/>
              <a:t> </a:t>
            </a:r>
            <a:r>
              <a:rPr spc="-10" dirty="0"/>
              <a:t>idea.</a:t>
            </a:r>
            <a:r>
              <a:rPr u="none" spc="-10" dirty="0"/>
              <a:t> </a:t>
            </a:r>
            <a:r>
              <a:rPr spc="-20" dirty="0"/>
              <a:t>Try</a:t>
            </a:r>
            <a:r>
              <a:rPr spc="22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avoid</a:t>
            </a:r>
            <a:r>
              <a:rPr spc="-125" dirty="0"/>
              <a:t> </a:t>
            </a:r>
            <a:r>
              <a:rPr dirty="0"/>
              <a:t>para</a:t>
            </a:r>
            <a:r>
              <a:rPr u="none" dirty="0"/>
              <a:t>g</a:t>
            </a:r>
            <a:r>
              <a:rPr dirty="0"/>
              <a:t>raphs</a:t>
            </a:r>
            <a:r>
              <a:rPr spc="-65" dirty="0"/>
              <a:t> </a:t>
            </a:r>
            <a:r>
              <a:rPr dirty="0"/>
              <a:t>and</a:t>
            </a:r>
            <a:r>
              <a:rPr spc="-125" dirty="0"/>
              <a:t> </a:t>
            </a:r>
            <a:r>
              <a:rPr spc="-10" dirty="0"/>
              <a:t>post</a:t>
            </a:r>
            <a:r>
              <a:rPr spc="-180" dirty="0"/>
              <a:t> </a:t>
            </a:r>
            <a:r>
              <a:rPr dirty="0"/>
              <a:t>your</a:t>
            </a:r>
            <a:r>
              <a:rPr spc="-65" dirty="0"/>
              <a:t> </a:t>
            </a:r>
            <a:r>
              <a:rPr dirty="0"/>
              <a:t>idea</a:t>
            </a:r>
            <a:r>
              <a:rPr spc="-65" dirty="0"/>
              <a:t> </a:t>
            </a:r>
            <a:r>
              <a:rPr dirty="0"/>
              <a:t>in</a:t>
            </a:r>
            <a:r>
              <a:rPr spc="-125" dirty="0"/>
              <a:t> </a:t>
            </a:r>
            <a:r>
              <a:rPr spc="-10" dirty="0"/>
              <a:t>points.</a:t>
            </a:r>
          </a:p>
          <a:p>
            <a:pPr marL="452755" marR="6591934">
              <a:lnSpc>
                <a:spcPct val="147500"/>
              </a:lnSpc>
            </a:pPr>
            <a:r>
              <a:rPr dirty="0"/>
              <a:t>Add</a:t>
            </a:r>
            <a:r>
              <a:rPr spc="-130" dirty="0"/>
              <a:t> </a:t>
            </a:r>
            <a:r>
              <a:rPr spc="-15" dirty="0"/>
              <a:t>a</a:t>
            </a:r>
            <a:r>
              <a:rPr u="none" spc="-615" dirty="0"/>
              <a:t>p</a:t>
            </a:r>
            <a:r>
              <a:rPr spc="-20" dirty="0"/>
              <a:t> </a:t>
            </a:r>
            <a:r>
              <a:rPr u="none" spc="-610" dirty="0"/>
              <a:t>p</a:t>
            </a:r>
            <a:r>
              <a:rPr spc="-30" dirty="0"/>
              <a:t> </a:t>
            </a:r>
            <a:r>
              <a:rPr dirty="0"/>
              <a:t>ropriate</a:t>
            </a:r>
            <a:r>
              <a:rPr spc="-40" dirty="0"/>
              <a:t> </a:t>
            </a:r>
            <a:r>
              <a:rPr dirty="0"/>
              <a:t>dia</a:t>
            </a:r>
            <a:r>
              <a:rPr u="none" dirty="0"/>
              <a:t>g</a:t>
            </a:r>
            <a:r>
              <a:rPr dirty="0"/>
              <a:t>rams</a:t>
            </a:r>
            <a:r>
              <a:rPr spc="-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flowcharts</a:t>
            </a:r>
            <a:r>
              <a:rPr spc="-40" dirty="0"/>
              <a:t> </a:t>
            </a:r>
            <a:r>
              <a:rPr dirty="0"/>
              <a:t>wherever</a:t>
            </a:r>
            <a:r>
              <a:rPr spc="-40" dirty="0"/>
              <a:t> </a:t>
            </a:r>
            <a:r>
              <a:rPr spc="-60" dirty="0"/>
              <a:t>necessary</a:t>
            </a:r>
            <a:r>
              <a:rPr spc="-250" dirty="0"/>
              <a:t> </a:t>
            </a:r>
            <a:r>
              <a:rPr spc="-50" dirty="0"/>
              <a:t>.</a:t>
            </a:r>
            <a:r>
              <a:rPr u="none" spc="-50" dirty="0"/>
              <a:t> </a:t>
            </a:r>
            <a:r>
              <a:rPr dirty="0"/>
              <a:t>If</a:t>
            </a:r>
            <a:r>
              <a:rPr spc="-130" dirty="0"/>
              <a:t> </a:t>
            </a:r>
            <a:r>
              <a:rPr spc="-15" dirty="0"/>
              <a:t>a</a:t>
            </a:r>
            <a:r>
              <a:rPr u="none" spc="-615" dirty="0"/>
              <a:t>p</a:t>
            </a:r>
            <a:r>
              <a:rPr spc="-20" dirty="0"/>
              <a:t> </a:t>
            </a:r>
            <a:r>
              <a:rPr u="none" spc="-610" dirty="0"/>
              <a:t>p</a:t>
            </a:r>
            <a:r>
              <a:rPr spc="-30" dirty="0"/>
              <a:t> </a:t>
            </a:r>
            <a:r>
              <a:rPr dirty="0"/>
              <a:t>licable</a:t>
            </a:r>
            <a:r>
              <a:rPr u="none" dirty="0"/>
              <a:t>,</a:t>
            </a:r>
            <a:r>
              <a:rPr spc="-120" dirty="0"/>
              <a:t> </a:t>
            </a:r>
            <a:r>
              <a:rPr dirty="0"/>
              <a:t>add</a:t>
            </a:r>
            <a:r>
              <a:rPr spc="-35" dirty="0"/>
              <a:t> </a:t>
            </a:r>
            <a:r>
              <a:rPr dirty="0"/>
              <a:t>links</a:t>
            </a:r>
            <a:r>
              <a:rPr spc="-40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spc="-25" dirty="0"/>
              <a:t>any</a:t>
            </a:r>
            <a:r>
              <a:rPr spc="320" dirty="0"/>
              <a:t> </a:t>
            </a:r>
            <a:r>
              <a:rPr u="none" spc="-610" dirty="0"/>
              <a:t>p</a:t>
            </a:r>
            <a:r>
              <a:rPr spc="-30" dirty="0"/>
              <a:t> </a:t>
            </a:r>
            <a:r>
              <a:rPr spc="-5" dirty="0"/>
              <a:t>r</a:t>
            </a:r>
            <a:r>
              <a:rPr spc="-10" dirty="0"/>
              <a:t>o</a:t>
            </a:r>
            <a:r>
              <a:rPr spc="-5" dirty="0"/>
              <a:t>t</a:t>
            </a:r>
            <a:r>
              <a:rPr spc="-10" dirty="0"/>
              <a:t>o</a:t>
            </a:r>
            <a:r>
              <a:rPr spc="-5" dirty="0"/>
              <a:t>t</a:t>
            </a:r>
            <a:r>
              <a:rPr u="none" spc="-10" dirty="0"/>
              <a:t>y</a:t>
            </a:r>
            <a:r>
              <a:rPr u="none" spc="-615" dirty="0"/>
              <a:t>p</a:t>
            </a:r>
            <a:r>
              <a:rPr spc="-60" dirty="0"/>
              <a:t> </a:t>
            </a:r>
            <a:r>
              <a:rPr dirty="0"/>
              <a:t>e</a:t>
            </a:r>
            <a:r>
              <a:rPr spc="-40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live</a:t>
            </a:r>
            <a:r>
              <a:rPr spc="-100" dirty="0"/>
              <a:t> </a:t>
            </a:r>
            <a:r>
              <a:rPr spc="-10" dirty="0"/>
              <a:t>pro</a:t>
            </a:r>
            <a:r>
              <a:rPr u="none" spc="-10" dirty="0"/>
              <a:t>j</a:t>
            </a:r>
            <a:r>
              <a:rPr spc="-10" dirty="0"/>
              <a:t>ects.</a:t>
            </a:r>
          </a:p>
          <a:p>
            <a:pPr marL="452755">
              <a:lnSpc>
                <a:spcPct val="100000"/>
              </a:lnSpc>
              <a:spcBef>
                <a:spcPts val="1425"/>
              </a:spcBef>
            </a:pPr>
            <a:r>
              <a:rPr spc="90" dirty="0"/>
              <a:t>K</a:t>
            </a:r>
            <a:r>
              <a:rPr spc="85" dirty="0"/>
              <a:t>ee</a:t>
            </a:r>
            <a:r>
              <a:rPr spc="-515" dirty="0"/>
              <a:t>p</a:t>
            </a:r>
            <a:r>
              <a:rPr spc="365" dirty="0"/>
              <a:t> </a:t>
            </a:r>
            <a:r>
              <a:rPr u="none" spc="-375" dirty="0"/>
              <a:t>y</a:t>
            </a:r>
            <a:r>
              <a:rPr spc="-250" dirty="0"/>
              <a:t> </a:t>
            </a:r>
            <a:r>
              <a:rPr dirty="0"/>
              <a:t>our</a:t>
            </a:r>
            <a:r>
              <a:rPr spc="-95" dirty="0"/>
              <a:t> </a:t>
            </a:r>
            <a:r>
              <a:rPr spc="-10" dirty="0"/>
              <a:t>explanation</a:t>
            </a:r>
            <a:r>
              <a:rPr spc="-145" dirty="0"/>
              <a:t> </a:t>
            </a:r>
            <a:r>
              <a:rPr dirty="0"/>
              <a:t>precise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spc="-25" dirty="0"/>
              <a:t>easy</a:t>
            </a:r>
            <a:r>
              <a:rPr spc="22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spc="-10" dirty="0"/>
              <a:t>understand.</a:t>
            </a:r>
          </a:p>
          <a:p>
            <a:pPr marL="452755" marR="5080">
              <a:lnSpc>
                <a:spcPct val="147500"/>
              </a:lnSpc>
            </a:pPr>
            <a:r>
              <a:rPr dirty="0"/>
              <a:t>Please</a:t>
            </a:r>
            <a:r>
              <a:rPr spc="-65" dirty="0"/>
              <a:t> </a:t>
            </a:r>
            <a:r>
              <a:rPr dirty="0"/>
              <a:t>include</a:t>
            </a:r>
            <a:r>
              <a:rPr spc="-40" dirty="0"/>
              <a:t> </a:t>
            </a:r>
            <a:r>
              <a:rPr dirty="0"/>
              <a:t>a</a:t>
            </a:r>
            <a:r>
              <a:rPr spc="-35" dirty="0"/>
              <a:t> </a:t>
            </a:r>
            <a:r>
              <a:rPr dirty="0"/>
              <a:t>link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short</a:t>
            </a:r>
            <a:r>
              <a:rPr spc="-40" dirty="0"/>
              <a:t> </a:t>
            </a:r>
            <a:r>
              <a:rPr dirty="0"/>
              <a:t>video</a:t>
            </a:r>
            <a:r>
              <a:rPr spc="-40" dirty="0"/>
              <a:t> </a:t>
            </a:r>
            <a:r>
              <a:rPr dirty="0"/>
              <a:t>demonstration</a:t>
            </a:r>
            <a:r>
              <a:rPr spc="-40" dirty="0"/>
              <a:t> </a:t>
            </a:r>
            <a:r>
              <a:rPr spc="-10" dirty="0"/>
              <a:t>of</a:t>
            </a:r>
            <a:r>
              <a:rPr spc="-180" dirty="0"/>
              <a:t> </a:t>
            </a:r>
            <a:r>
              <a:rPr dirty="0"/>
              <a:t>your</a:t>
            </a:r>
            <a:r>
              <a:rPr spc="-100" dirty="0"/>
              <a:t> </a:t>
            </a:r>
            <a:r>
              <a:rPr dirty="0"/>
              <a:t>pro</a:t>
            </a:r>
            <a:r>
              <a:rPr u="none" dirty="0"/>
              <a:t>j</a:t>
            </a:r>
            <a:r>
              <a:rPr dirty="0"/>
              <a:t>ect</a:t>
            </a:r>
            <a:r>
              <a:rPr u="none" dirty="0"/>
              <a:t>,</a:t>
            </a:r>
            <a:r>
              <a:rPr spc="-105" dirty="0"/>
              <a:t> </a:t>
            </a:r>
            <a:r>
              <a:rPr dirty="0"/>
              <a:t>which</a:t>
            </a:r>
            <a:r>
              <a:rPr spc="-40" dirty="0"/>
              <a:t> </a:t>
            </a:r>
            <a:r>
              <a:rPr dirty="0"/>
              <a:t>should</a:t>
            </a:r>
            <a:r>
              <a:rPr spc="-40" dirty="0"/>
              <a:t> </a:t>
            </a:r>
            <a:r>
              <a:rPr dirty="0"/>
              <a:t>be</a:t>
            </a:r>
            <a:r>
              <a:rPr spc="-40" dirty="0"/>
              <a:t> </a:t>
            </a:r>
            <a:r>
              <a:rPr dirty="0"/>
              <a:t>uploaded</a:t>
            </a:r>
            <a:r>
              <a:rPr spc="-35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YouTube.</a:t>
            </a:r>
            <a:r>
              <a:rPr spc="-40" dirty="0"/>
              <a:t> </a:t>
            </a:r>
            <a:r>
              <a:rPr spc="-25" dirty="0"/>
              <a:t>The</a:t>
            </a:r>
            <a:r>
              <a:rPr u="none" spc="-25" dirty="0"/>
              <a:t> </a:t>
            </a:r>
            <a:r>
              <a:rPr dirty="0"/>
              <a:t>video</a:t>
            </a:r>
            <a:r>
              <a:rPr spc="-40" dirty="0"/>
              <a:t> </a:t>
            </a:r>
            <a:r>
              <a:rPr dirty="0"/>
              <a:t>should</a:t>
            </a:r>
            <a:r>
              <a:rPr spc="-4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exceed</a:t>
            </a:r>
            <a:r>
              <a:rPr spc="-40" dirty="0"/>
              <a:t> </a:t>
            </a:r>
            <a:r>
              <a:rPr dirty="0"/>
              <a:t>5</a:t>
            </a:r>
            <a:r>
              <a:rPr spc="-35" dirty="0"/>
              <a:t> </a:t>
            </a:r>
            <a:r>
              <a:rPr dirty="0"/>
              <a:t>minutes</a:t>
            </a:r>
            <a:r>
              <a:rPr spc="-40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len</a:t>
            </a:r>
            <a:r>
              <a:rPr u="none" spc="-10" dirty="0"/>
              <a:t>g</a:t>
            </a:r>
            <a:r>
              <a:rPr spc="-10" dirty="0"/>
              <a:t>th.</a:t>
            </a: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FF1A670-5619-17ED-53CC-CA48FF8442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500">
              <a:lnSpc>
                <a:spcPct val="100000"/>
              </a:lnSpc>
              <a:spcBef>
                <a:spcPts val="100"/>
              </a:spcBef>
            </a:pPr>
            <a:r>
              <a:rPr spc="-3240" dirty="0">
                <a:solidFill>
                  <a:srgbClr val="FF0000"/>
                </a:solidFill>
              </a:rPr>
              <a:t>R</a:t>
            </a:r>
            <a:r>
              <a:rPr sz="10500" spc="330" baseline="-5158" dirty="0"/>
              <a:t>R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2630" dirty="0">
                <a:solidFill>
                  <a:srgbClr val="FF0000"/>
                </a:solidFill>
              </a:rPr>
              <a:t>F</a:t>
            </a:r>
            <a:r>
              <a:rPr sz="10500" spc="337" baseline="-5158" dirty="0"/>
              <a:t>F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3240" dirty="0">
                <a:solidFill>
                  <a:srgbClr val="FF0000"/>
                </a:solidFill>
              </a:rPr>
              <a:t>R</a:t>
            </a:r>
            <a:r>
              <a:rPr sz="10500" spc="330" baseline="-5158" dirty="0"/>
              <a:t>R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3929" dirty="0">
                <a:solidFill>
                  <a:srgbClr val="FF0000"/>
                </a:solidFill>
              </a:rPr>
              <a:t>N</a:t>
            </a:r>
            <a:r>
              <a:rPr sz="10500" spc="307" baseline="-5158" dirty="0"/>
              <a:t>N</a:t>
            </a:r>
            <a:r>
              <a:rPr sz="7000" spc="-3170" dirty="0">
                <a:solidFill>
                  <a:srgbClr val="FF0000"/>
                </a:solidFill>
              </a:rPr>
              <a:t>C</a:t>
            </a:r>
            <a:r>
              <a:rPr sz="10500" spc="359" baseline="-5158" dirty="0"/>
              <a:t>C</a:t>
            </a:r>
            <a:r>
              <a:rPr sz="7000" spc="-2840" dirty="0">
                <a:solidFill>
                  <a:srgbClr val="FF0000"/>
                </a:solidFill>
              </a:rPr>
              <a:t>E</a:t>
            </a:r>
            <a:r>
              <a:rPr sz="10500" spc="352" baseline="-5158" dirty="0"/>
              <a:t>E</a:t>
            </a:r>
            <a:r>
              <a:rPr sz="7000" spc="-2650" dirty="0">
                <a:solidFill>
                  <a:srgbClr val="FF0000"/>
                </a:solidFill>
              </a:rPr>
              <a:t>S</a:t>
            </a:r>
            <a:r>
              <a:rPr sz="10500" spc="615" baseline="-5158" dirty="0"/>
              <a:t>S</a:t>
            </a:r>
            <a:endParaRPr sz="10500" baseline="-5158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7B107D4-98D2-35EE-42CE-E7BBAB2A0E92}"/>
              </a:ext>
            </a:extLst>
          </p:cNvPr>
          <p:cNvSpPr/>
          <p:nvPr/>
        </p:nvSpPr>
        <p:spPr>
          <a:xfrm>
            <a:off x="3958" y="6833258"/>
            <a:ext cx="2240915" cy="3419475"/>
          </a:xfrm>
          <a:custGeom>
            <a:avLst/>
            <a:gdLst/>
            <a:ahLst/>
            <a:cxnLst/>
            <a:rect l="l" t="t" r="r" b="b"/>
            <a:pathLst>
              <a:path w="2240915" h="3419475">
                <a:moveTo>
                  <a:pt x="2141516" y="3419380"/>
                </a:moveTo>
                <a:lnTo>
                  <a:pt x="99036" y="3419380"/>
                </a:lnTo>
                <a:lnTo>
                  <a:pt x="111826" y="3411908"/>
                </a:lnTo>
                <a:lnTo>
                  <a:pt x="193242" y="3378649"/>
                </a:lnTo>
                <a:lnTo>
                  <a:pt x="247935" y="3370535"/>
                </a:lnTo>
                <a:lnTo>
                  <a:pt x="399323" y="3369205"/>
                </a:lnTo>
                <a:lnTo>
                  <a:pt x="1015676" y="3365108"/>
                </a:lnTo>
                <a:lnTo>
                  <a:pt x="1023011" y="3191916"/>
                </a:lnTo>
                <a:lnTo>
                  <a:pt x="983294" y="3209084"/>
                </a:lnTo>
                <a:lnTo>
                  <a:pt x="924126" y="3222360"/>
                </a:lnTo>
                <a:lnTo>
                  <a:pt x="868173" y="3229245"/>
                </a:lnTo>
                <a:lnTo>
                  <a:pt x="838102" y="3227240"/>
                </a:lnTo>
                <a:lnTo>
                  <a:pt x="833386" y="3218099"/>
                </a:lnTo>
                <a:lnTo>
                  <a:pt x="835458" y="3207459"/>
                </a:lnTo>
                <a:lnTo>
                  <a:pt x="839924" y="3198640"/>
                </a:lnTo>
                <a:lnTo>
                  <a:pt x="842389" y="3194963"/>
                </a:lnTo>
                <a:lnTo>
                  <a:pt x="818063" y="3196676"/>
                </a:lnTo>
                <a:lnTo>
                  <a:pt x="763176" y="3199533"/>
                </a:lnTo>
                <a:lnTo>
                  <a:pt x="704859" y="3200104"/>
                </a:lnTo>
                <a:lnTo>
                  <a:pt x="670245" y="3194963"/>
                </a:lnTo>
                <a:lnTo>
                  <a:pt x="659468" y="3185209"/>
                </a:lnTo>
                <a:lnTo>
                  <a:pt x="655836" y="3172707"/>
                </a:lnTo>
                <a:lnTo>
                  <a:pt x="661242" y="3155170"/>
                </a:lnTo>
                <a:lnTo>
                  <a:pt x="677580" y="3130313"/>
                </a:lnTo>
                <a:lnTo>
                  <a:pt x="619775" y="3143429"/>
                </a:lnTo>
                <a:lnTo>
                  <a:pt x="559595" y="3150617"/>
                </a:lnTo>
                <a:lnTo>
                  <a:pt x="509131" y="3151629"/>
                </a:lnTo>
                <a:lnTo>
                  <a:pt x="480477" y="3146214"/>
                </a:lnTo>
                <a:lnTo>
                  <a:pt x="472018" y="3135655"/>
                </a:lnTo>
                <a:lnTo>
                  <a:pt x="474535" y="3120875"/>
                </a:lnTo>
                <a:lnTo>
                  <a:pt x="488716" y="3101078"/>
                </a:lnTo>
                <a:lnTo>
                  <a:pt x="515249" y="3075471"/>
                </a:lnTo>
                <a:lnTo>
                  <a:pt x="473646" y="3101614"/>
                </a:lnTo>
                <a:lnTo>
                  <a:pt x="429213" y="3116091"/>
                </a:lnTo>
                <a:lnTo>
                  <a:pt x="385690" y="3123230"/>
                </a:lnTo>
                <a:lnTo>
                  <a:pt x="346820" y="3127362"/>
                </a:lnTo>
                <a:lnTo>
                  <a:pt x="307680" y="3132811"/>
                </a:lnTo>
                <a:lnTo>
                  <a:pt x="266905" y="3137823"/>
                </a:lnTo>
                <a:lnTo>
                  <a:pt x="233579" y="3137605"/>
                </a:lnTo>
                <a:lnTo>
                  <a:pt x="216784" y="3127362"/>
                </a:lnTo>
                <a:lnTo>
                  <a:pt x="220551" y="3107215"/>
                </a:lnTo>
                <a:lnTo>
                  <a:pt x="235992" y="3084801"/>
                </a:lnTo>
                <a:lnTo>
                  <a:pt x="252807" y="3066601"/>
                </a:lnTo>
                <a:lnTo>
                  <a:pt x="260701" y="3059094"/>
                </a:lnTo>
                <a:lnTo>
                  <a:pt x="177588" y="3045196"/>
                </a:lnTo>
                <a:lnTo>
                  <a:pt x="117568" y="3032348"/>
                </a:lnTo>
                <a:lnTo>
                  <a:pt x="57772" y="3005147"/>
                </a:lnTo>
                <a:lnTo>
                  <a:pt x="22607" y="2979963"/>
                </a:lnTo>
                <a:lnTo>
                  <a:pt x="0" y="2941729"/>
                </a:lnTo>
                <a:lnTo>
                  <a:pt x="44068" y="2938269"/>
                </a:lnTo>
                <a:lnTo>
                  <a:pt x="109382" y="2940310"/>
                </a:lnTo>
                <a:lnTo>
                  <a:pt x="156100" y="2935888"/>
                </a:lnTo>
                <a:lnTo>
                  <a:pt x="184170" y="2929753"/>
                </a:lnTo>
                <a:lnTo>
                  <a:pt x="193539" y="2926653"/>
                </a:lnTo>
                <a:lnTo>
                  <a:pt x="192013" y="2923139"/>
                </a:lnTo>
                <a:lnTo>
                  <a:pt x="189621" y="2914180"/>
                </a:lnTo>
                <a:lnTo>
                  <a:pt x="189641" y="2902150"/>
                </a:lnTo>
                <a:lnTo>
                  <a:pt x="195349" y="2889425"/>
                </a:lnTo>
                <a:lnTo>
                  <a:pt x="210077" y="2881787"/>
                </a:lnTo>
                <a:lnTo>
                  <a:pt x="236575" y="2877380"/>
                </a:lnTo>
                <a:lnTo>
                  <a:pt x="277256" y="2867118"/>
                </a:lnTo>
                <a:lnTo>
                  <a:pt x="334531" y="2841913"/>
                </a:lnTo>
                <a:lnTo>
                  <a:pt x="391531" y="2800526"/>
                </a:lnTo>
                <a:lnTo>
                  <a:pt x="430642" y="2755889"/>
                </a:lnTo>
                <a:lnTo>
                  <a:pt x="453158" y="2720178"/>
                </a:lnTo>
                <a:lnTo>
                  <a:pt x="460376" y="2705568"/>
                </a:lnTo>
                <a:lnTo>
                  <a:pt x="456527" y="2706467"/>
                </a:lnTo>
                <a:lnTo>
                  <a:pt x="444729" y="2710401"/>
                </a:lnTo>
                <a:lnTo>
                  <a:pt x="424607" y="2719226"/>
                </a:lnTo>
                <a:lnTo>
                  <a:pt x="395787" y="2734799"/>
                </a:lnTo>
                <a:lnTo>
                  <a:pt x="365814" y="2748739"/>
                </a:lnTo>
                <a:lnTo>
                  <a:pt x="341986" y="2753627"/>
                </a:lnTo>
                <a:lnTo>
                  <a:pt x="323552" y="2752768"/>
                </a:lnTo>
                <a:lnTo>
                  <a:pt x="309762" y="2749462"/>
                </a:lnTo>
                <a:lnTo>
                  <a:pt x="303451" y="2742461"/>
                </a:lnTo>
                <a:lnTo>
                  <a:pt x="303427" y="2731514"/>
                </a:lnTo>
                <a:lnTo>
                  <a:pt x="302903" y="2721425"/>
                </a:lnTo>
                <a:lnTo>
                  <a:pt x="295092" y="2716994"/>
                </a:lnTo>
                <a:lnTo>
                  <a:pt x="277670" y="2722982"/>
                </a:lnTo>
                <a:lnTo>
                  <a:pt x="254533" y="2736049"/>
                </a:lnTo>
                <a:lnTo>
                  <a:pt x="228216" y="2748847"/>
                </a:lnTo>
                <a:lnTo>
                  <a:pt x="201256" y="2754032"/>
                </a:lnTo>
                <a:lnTo>
                  <a:pt x="179730" y="2752974"/>
                </a:lnTo>
                <a:lnTo>
                  <a:pt x="166020" y="2751211"/>
                </a:lnTo>
                <a:lnTo>
                  <a:pt x="157114" y="2747645"/>
                </a:lnTo>
                <a:lnTo>
                  <a:pt x="150003" y="2741178"/>
                </a:lnTo>
                <a:lnTo>
                  <a:pt x="140448" y="2733692"/>
                </a:lnTo>
                <a:lnTo>
                  <a:pt x="127580" y="2727134"/>
                </a:lnTo>
                <a:lnTo>
                  <a:pt x="113444" y="2720505"/>
                </a:lnTo>
                <a:lnTo>
                  <a:pt x="100084" y="2712805"/>
                </a:lnTo>
                <a:lnTo>
                  <a:pt x="89150" y="2700216"/>
                </a:lnTo>
                <a:lnTo>
                  <a:pt x="84056" y="2684717"/>
                </a:lnTo>
                <a:lnTo>
                  <a:pt x="89501" y="2674003"/>
                </a:lnTo>
                <a:lnTo>
                  <a:pt x="110182" y="2675767"/>
                </a:lnTo>
                <a:lnTo>
                  <a:pt x="140847" y="2676814"/>
                </a:lnTo>
                <a:lnTo>
                  <a:pt x="173950" y="2663223"/>
                </a:lnTo>
                <a:lnTo>
                  <a:pt x="210751" y="2641597"/>
                </a:lnTo>
                <a:lnTo>
                  <a:pt x="252508" y="2618544"/>
                </a:lnTo>
                <a:lnTo>
                  <a:pt x="290815" y="2595746"/>
                </a:lnTo>
                <a:lnTo>
                  <a:pt x="317038" y="2573627"/>
                </a:lnTo>
                <a:lnTo>
                  <a:pt x="332098" y="2556899"/>
                </a:lnTo>
                <a:lnTo>
                  <a:pt x="336913" y="2550276"/>
                </a:lnTo>
                <a:lnTo>
                  <a:pt x="330959" y="2550153"/>
                </a:lnTo>
                <a:lnTo>
                  <a:pt x="314931" y="2549288"/>
                </a:lnTo>
                <a:lnTo>
                  <a:pt x="263654" y="2542374"/>
                </a:lnTo>
                <a:lnTo>
                  <a:pt x="224798" y="2514714"/>
                </a:lnTo>
                <a:lnTo>
                  <a:pt x="223880" y="2498564"/>
                </a:lnTo>
                <a:lnTo>
                  <a:pt x="238600" y="2489340"/>
                </a:lnTo>
                <a:lnTo>
                  <a:pt x="266281" y="2481271"/>
                </a:lnTo>
                <a:lnTo>
                  <a:pt x="300653" y="2465418"/>
                </a:lnTo>
                <a:lnTo>
                  <a:pt x="338793" y="2443388"/>
                </a:lnTo>
                <a:lnTo>
                  <a:pt x="377782" y="2416788"/>
                </a:lnTo>
                <a:lnTo>
                  <a:pt x="417882" y="2387232"/>
                </a:lnTo>
                <a:lnTo>
                  <a:pt x="460591" y="2356078"/>
                </a:lnTo>
                <a:lnTo>
                  <a:pt x="504835" y="2324549"/>
                </a:lnTo>
                <a:lnTo>
                  <a:pt x="549544" y="2293868"/>
                </a:lnTo>
                <a:lnTo>
                  <a:pt x="507189" y="2293194"/>
                </a:lnTo>
                <a:lnTo>
                  <a:pt x="470343" y="2297760"/>
                </a:lnTo>
                <a:lnTo>
                  <a:pt x="440375" y="2306092"/>
                </a:lnTo>
                <a:lnTo>
                  <a:pt x="418650" y="2316719"/>
                </a:lnTo>
                <a:lnTo>
                  <a:pt x="402326" y="2325377"/>
                </a:lnTo>
                <a:lnTo>
                  <a:pt x="386510" y="2328216"/>
                </a:lnTo>
                <a:lnTo>
                  <a:pt x="369498" y="2324378"/>
                </a:lnTo>
                <a:lnTo>
                  <a:pt x="349583" y="2313006"/>
                </a:lnTo>
                <a:lnTo>
                  <a:pt x="312183" y="2308732"/>
                </a:lnTo>
                <a:lnTo>
                  <a:pt x="288018" y="2297236"/>
                </a:lnTo>
                <a:lnTo>
                  <a:pt x="275178" y="2282652"/>
                </a:lnTo>
                <a:lnTo>
                  <a:pt x="271752" y="2269113"/>
                </a:lnTo>
                <a:lnTo>
                  <a:pt x="276539" y="2259426"/>
                </a:lnTo>
                <a:lnTo>
                  <a:pt x="287185" y="2253248"/>
                </a:lnTo>
                <a:lnTo>
                  <a:pt x="300045" y="2249979"/>
                </a:lnTo>
                <a:lnTo>
                  <a:pt x="311477" y="2249023"/>
                </a:lnTo>
                <a:lnTo>
                  <a:pt x="322385" y="2246800"/>
                </a:lnTo>
                <a:lnTo>
                  <a:pt x="336365" y="2240810"/>
                </a:lnTo>
                <a:lnTo>
                  <a:pt x="375114" y="2221601"/>
                </a:lnTo>
                <a:lnTo>
                  <a:pt x="396370" y="2201089"/>
                </a:lnTo>
                <a:lnTo>
                  <a:pt x="421770" y="2178613"/>
                </a:lnTo>
                <a:lnTo>
                  <a:pt x="451993" y="2153048"/>
                </a:lnTo>
                <a:lnTo>
                  <a:pt x="453621" y="2144540"/>
                </a:lnTo>
                <a:lnTo>
                  <a:pt x="459233" y="2123115"/>
                </a:lnTo>
                <a:lnTo>
                  <a:pt x="469918" y="2094925"/>
                </a:lnTo>
                <a:lnTo>
                  <a:pt x="486765" y="2066119"/>
                </a:lnTo>
                <a:lnTo>
                  <a:pt x="508342" y="2045498"/>
                </a:lnTo>
                <a:lnTo>
                  <a:pt x="531492" y="2032401"/>
                </a:lnTo>
                <a:lnTo>
                  <a:pt x="554712" y="2018787"/>
                </a:lnTo>
                <a:lnTo>
                  <a:pt x="576504" y="1996613"/>
                </a:lnTo>
                <a:lnTo>
                  <a:pt x="551947" y="2006685"/>
                </a:lnTo>
                <a:lnTo>
                  <a:pt x="522441" y="2006563"/>
                </a:lnTo>
                <a:lnTo>
                  <a:pt x="497652" y="2002156"/>
                </a:lnTo>
                <a:lnTo>
                  <a:pt x="487241" y="1999374"/>
                </a:lnTo>
                <a:lnTo>
                  <a:pt x="478893" y="2004580"/>
                </a:lnTo>
                <a:lnTo>
                  <a:pt x="457542" y="2016310"/>
                </a:lnTo>
                <a:lnTo>
                  <a:pt x="428725" y="2028737"/>
                </a:lnTo>
                <a:lnTo>
                  <a:pt x="397978" y="2036031"/>
                </a:lnTo>
                <a:lnTo>
                  <a:pt x="370052" y="2037277"/>
                </a:lnTo>
                <a:lnTo>
                  <a:pt x="346547" y="2034853"/>
                </a:lnTo>
                <a:lnTo>
                  <a:pt x="328275" y="2027877"/>
                </a:lnTo>
                <a:lnTo>
                  <a:pt x="316050" y="2015465"/>
                </a:lnTo>
                <a:lnTo>
                  <a:pt x="311437" y="2001740"/>
                </a:lnTo>
                <a:lnTo>
                  <a:pt x="314514" y="1991353"/>
                </a:lnTo>
                <a:lnTo>
                  <a:pt x="323860" y="1984215"/>
                </a:lnTo>
                <a:lnTo>
                  <a:pt x="338056" y="1980237"/>
                </a:lnTo>
                <a:lnTo>
                  <a:pt x="343782" y="1972502"/>
                </a:lnTo>
                <a:lnTo>
                  <a:pt x="354501" y="1966847"/>
                </a:lnTo>
                <a:lnTo>
                  <a:pt x="368667" y="1960675"/>
                </a:lnTo>
                <a:lnTo>
                  <a:pt x="384736" y="1951387"/>
                </a:lnTo>
                <a:lnTo>
                  <a:pt x="395325" y="1936117"/>
                </a:lnTo>
                <a:lnTo>
                  <a:pt x="410076" y="1923347"/>
                </a:lnTo>
                <a:lnTo>
                  <a:pt x="424042" y="1913147"/>
                </a:lnTo>
                <a:lnTo>
                  <a:pt x="432273" y="1905590"/>
                </a:lnTo>
                <a:lnTo>
                  <a:pt x="476174" y="1861365"/>
                </a:lnTo>
                <a:lnTo>
                  <a:pt x="525878" y="1832475"/>
                </a:lnTo>
                <a:lnTo>
                  <a:pt x="545031" y="1817089"/>
                </a:lnTo>
                <a:lnTo>
                  <a:pt x="557486" y="1804703"/>
                </a:lnTo>
                <a:lnTo>
                  <a:pt x="561929" y="1799618"/>
                </a:lnTo>
                <a:lnTo>
                  <a:pt x="552550" y="1803822"/>
                </a:lnTo>
                <a:lnTo>
                  <a:pt x="530408" y="1813114"/>
                </a:lnTo>
                <a:lnTo>
                  <a:pt x="504497" y="1822514"/>
                </a:lnTo>
                <a:lnTo>
                  <a:pt x="483811" y="1827039"/>
                </a:lnTo>
                <a:lnTo>
                  <a:pt x="470047" y="1827353"/>
                </a:lnTo>
                <a:lnTo>
                  <a:pt x="458221" y="1826480"/>
                </a:lnTo>
                <a:lnTo>
                  <a:pt x="447306" y="1822982"/>
                </a:lnTo>
                <a:lnTo>
                  <a:pt x="436274" y="1815423"/>
                </a:lnTo>
                <a:lnTo>
                  <a:pt x="423256" y="1813290"/>
                </a:lnTo>
                <a:lnTo>
                  <a:pt x="415649" y="1807497"/>
                </a:lnTo>
                <a:lnTo>
                  <a:pt x="412401" y="1798954"/>
                </a:lnTo>
                <a:lnTo>
                  <a:pt x="412458" y="1788573"/>
                </a:lnTo>
                <a:lnTo>
                  <a:pt x="416764" y="1780886"/>
                </a:lnTo>
                <a:lnTo>
                  <a:pt x="424973" y="1777493"/>
                </a:lnTo>
                <a:lnTo>
                  <a:pt x="434094" y="1774903"/>
                </a:lnTo>
                <a:lnTo>
                  <a:pt x="441133" y="1769626"/>
                </a:lnTo>
                <a:lnTo>
                  <a:pt x="449398" y="1763004"/>
                </a:lnTo>
                <a:lnTo>
                  <a:pt x="463460" y="1756855"/>
                </a:lnTo>
                <a:lnTo>
                  <a:pt x="482220" y="1748404"/>
                </a:lnTo>
                <a:lnTo>
                  <a:pt x="523872" y="1715301"/>
                </a:lnTo>
                <a:lnTo>
                  <a:pt x="540951" y="1677620"/>
                </a:lnTo>
                <a:lnTo>
                  <a:pt x="542399" y="1670795"/>
                </a:lnTo>
                <a:lnTo>
                  <a:pt x="526343" y="1670680"/>
                </a:lnTo>
                <a:lnTo>
                  <a:pt x="490325" y="1669878"/>
                </a:lnTo>
                <a:lnTo>
                  <a:pt x="431320" y="1663464"/>
                </a:lnTo>
                <a:lnTo>
                  <a:pt x="422546" y="1640300"/>
                </a:lnTo>
                <a:lnTo>
                  <a:pt x="422747" y="1629282"/>
                </a:lnTo>
                <a:lnTo>
                  <a:pt x="424515" y="1618553"/>
                </a:lnTo>
                <a:lnTo>
                  <a:pt x="429677" y="1610358"/>
                </a:lnTo>
                <a:lnTo>
                  <a:pt x="439305" y="1604914"/>
                </a:lnTo>
                <a:lnTo>
                  <a:pt x="454470" y="1602432"/>
                </a:lnTo>
                <a:lnTo>
                  <a:pt x="467789" y="1599919"/>
                </a:lnTo>
                <a:lnTo>
                  <a:pt x="474642" y="1594827"/>
                </a:lnTo>
                <a:lnTo>
                  <a:pt x="480245" y="1588038"/>
                </a:lnTo>
                <a:lnTo>
                  <a:pt x="489813" y="1580438"/>
                </a:lnTo>
                <a:lnTo>
                  <a:pt x="501441" y="1574881"/>
                </a:lnTo>
                <a:lnTo>
                  <a:pt x="510890" y="1571405"/>
                </a:lnTo>
                <a:lnTo>
                  <a:pt x="519875" y="1566660"/>
                </a:lnTo>
                <a:lnTo>
                  <a:pt x="530110" y="1557301"/>
                </a:lnTo>
                <a:lnTo>
                  <a:pt x="541407" y="1545584"/>
                </a:lnTo>
                <a:lnTo>
                  <a:pt x="552819" y="1535688"/>
                </a:lnTo>
                <a:lnTo>
                  <a:pt x="564928" y="1527148"/>
                </a:lnTo>
                <a:lnTo>
                  <a:pt x="578314" y="1519502"/>
                </a:lnTo>
                <a:lnTo>
                  <a:pt x="591828" y="1510909"/>
                </a:lnTo>
                <a:lnTo>
                  <a:pt x="604405" y="1498960"/>
                </a:lnTo>
                <a:lnTo>
                  <a:pt x="616749" y="1482333"/>
                </a:lnTo>
                <a:lnTo>
                  <a:pt x="629567" y="1459708"/>
                </a:lnTo>
                <a:lnTo>
                  <a:pt x="620234" y="1451805"/>
                </a:lnTo>
                <a:lnTo>
                  <a:pt x="616420" y="1443331"/>
                </a:lnTo>
                <a:lnTo>
                  <a:pt x="615822" y="1436571"/>
                </a:lnTo>
                <a:lnTo>
                  <a:pt x="616134" y="1433810"/>
                </a:lnTo>
                <a:lnTo>
                  <a:pt x="566120" y="1433524"/>
                </a:lnTo>
                <a:lnTo>
                  <a:pt x="527123" y="1428664"/>
                </a:lnTo>
                <a:lnTo>
                  <a:pt x="506822" y="1403024"/>
                </a:lnTo>
                <a:lnTo>
                  <a:pt x="508259" y="1387775"/>
                </a:lnTo>
                <a:lnTo>
                  <a:pt x="516786" y="1375739"/>
                </a:lnTo>
                <a:lnTo>
                  <a:pt x="530682" y="1370113"/>
                </a:lnTo>
                <a:lnTo>
                  <a:pt x="547436" y="1367908"/>
                </a:lnTo>
                <a:lnTo>
                  <a:pt x="565049" y="1362900"/>
                </a:lnTo>
                <a:lnTo>
                  <a:pt x="582553" y="1353430"/>
                </a:lnTo>
                <a:lnTo>
                  <a:pt x="598987" y="1337836"/>
                </a:lnTo>
                <a:lnTo>
                  <a:pt x="615161" y="1320767"/>
                </a:lnTo>
                <a:lnTo>
                  <a:pt x="631782" y="1306903"/>
                </a:lnTo>
                <a:lnTo>
                  <a:pt x="647724" y="1294628"/>
                </a:lnTo>
                <a:lnTo>
                  <a:pt x="661861" y="1282326"/>
                </a:lnTo>
                <a:lnTo>
                  <a:pt x="674597" y="1272722"/>
                </a:lnTo>
                <a:lnTo>
                  <a:pt x="711304" y="1251192"/>
                </a:lnTo>
                <a:lnTo>
                  <a:pt x="737722" y="1207007"/>
                </a:lnTo>
                <a:lnTo>
                  <a:pt x="739979" y="1201776"/>
                </a:lnTo>
                <a:lnTo>
                  <a:pt x="730802" y="1206028"/>
                </a:lnTo>
                <a:lnTo>
                  <a:pt x="709149" y="1215654"/>
                </a:lnTo>
                <a:lnTo>
                  <a:pt x="683833" y="1225957"/>
                </a:lnTo>
                <a:lnTo>
                  <a:pt x="663672" y="1232244"/>
                </a:lnTo>
                <a:lnTo>
                  <a:pt x="651280" y="1234943"/>
                </a:lnTo>
                <a:lnTo>
                  <a:pt x="639629" y="1238909"/>
                </a:lnTo>
                <a:lnTo>
                  <a:pt x="623066" y="1246089"/>
                </a:lnTo>
                <a:lnTo>
                  <a:pt x="595938" y="1258428"/>
                </a:lnTo>
                <a:lnTo>
                  <a:pt x="566445" y="1268898"/>
                </a:lnTo>
                <a:lnTo>
                  <a:pt x="545686" y="1270782"/>
                </a:lnTo>
                <a:lnTo>
                  <a:pt x="532358" y="1266488"/>
                </a:lnTo>
                <a:lnTo>
                  <a:pt x="525156" y="1258428"/>
                </a:lnTo>
                <a:lnTo>
                  <a:pt x="523785" y="1248975"/>
                </a:lnTo>
                <a:lnTo>
                  <a:pt x="527907" y="1239004"/>
                </a:lnTo>
                <a:lnTo>
                  <a:pt x="559492" y="1206940"/>
                </a:lnTo>
                <a:lnTo>
                  <a:pt x="589831" y="1183193"/>
                </a:lnTo>
                <a:lnTo>
                  <a:pt x="610037" y="1172356"/>
                </a:lnTo>
                <a:lnTo>
                  <a:pt x="629519" y="1159670"/>
                </a:lnTo>
                <a:lnTo>
                  <a:pt x="643213" y="1144851"/>
                </a:lnTo>
                <a:lnTo>
                  <a:pt x="651299" y="1132549"/>
                </a:lnTo>
                <a:lnTo>
                  <a:pt x="653955" y="1127415"/>
                </a:lnTo>
                <a:lnTo>
                  <a:pt x="651905" y="1126594"/>
                </a:lnTo>
                <a:lnTo>
                  <a:pt x="645845" y="1125059"/>
                </a:lnTo>
                <a:lnTo>
                  <a:pt x="635909" y="1124202"/>
                </a:lnTo>
                <a:lnTo>
                  <a:pt x="622231" y="1125416"/>
                </a:lnTo>
                <a:lnTo>
                  <a:pt x="606940" y="1127269"/>
                </a:lnTo>
                <a:lnTo>
                  <a:pt x="592997" y="1126677"/>
                </a:lnTo>
                <a:lnTo>
                  <a:pt x="581787" y="1122550"/>
                </a:lnTo>
                <a:lnTo>
                  <a:pt x="574694" y="1113800"/>
                </a:lnTo>
                <a:lnTo>
                  <a:pt x="572990" y="1103067"/>
                </a:lnTo>
                <a:lnTo>
                  <a:pt x="577064" y="1093353"/>
                </a:lnTo>
                <a:lnTo>
                  <a:pt x="586979" y="1084102"/>
                </a:lnTo>
                <a:lnTo>
                  <a:pt x="602797" y="1074762"/>
                </a:lnTo>
                <a:lnTo>
                  <a:pt x="621956" y="1063203"/>
                </a:lnTo>
                <a:lnTo>
                  <a:pt x="641606" y="1049341"/>
                </a:lnTo>
                <a:lnTo>
                  <a:pt x="661381" y="1035692"/>
                </a:lnTo>
                <a:lnTo>
                  <a:pt x="680915" y="1024776"/>
                </a:lnTo>
                <a:lnTo>
                  <a:pt x="695688" y="1016104"/>
                </a:lnTo>
                <a:lnTo>
                  <a:pt x="720341" y="993297"/>
                </a:lnTo>
                <a:lnTo>
                  <a:pt x="745028" y="975360"/>
                </a:lnTo>
                <a:lnTo>
                  <a:pt x="780670" y="945494"/>
                </a:lnTo>
                <a:lnTo>
                  <a:pt x="816822" y="907176"/>
                </a:lnTo>
                <a:lnTo>
                  <a:pt x="844846" y="874124"/>
                </a:lnTo>
                <a:lnTo>
                  <a:pt x="856107" y="860057"/>
                </a:lnTo>
                <a:lnTo>
                  <a:pt x="822574" y="874054"/>
                </a:lnTo>
                <a:lnTo>
                  <a:pt x="810847" y="877340"/>
                </a:lnTo>
                <a:lnTo>
                  <a:pt x="800139" y="876636"/>
                </a:lnTo>
                <a:lnTo>
                  <a:pt x="786001" y="873880"/>
                </a:lnTo>
                <a:lnTo>
                  <a:pt x="742935" y="868336"/>
                </a:lnTo>
                <a:lnTo>
                  <a:pt x="731834" y="863783"/>
                </a:lnTo>
                <a:lnTo>
                  <a:pt x="726448" y="855676"/>
                </a:lnTo>
                <a:lnTo>
                  <a:pt x="722545" y="842348"/>
                </a:lnTo>
                <a:lnTo>
                  <a:pt x="726511" y="825208"/>
                </a:lnTo>
                <a:lnTo>
                  <a:pt x="743694" y="807345"/>
                </a:lnTo>
                <a:lnTo>
                  <a:pt x="768308" y="789607"/>
                </a:lnTo>
                <a:lnTo>
                  <a:pt x="794566" y="772842"/>
                </a:lnTo>
                <a:lnTo>
                  <a:pt x="814266" y="757613"/>
                </a:lnTo>
                <a:lnTo>
                  <a:pt x="825920" y="742838"/>
                </a:lnTo>
                <a:lnTo>
                  <a:pt x="833804" y="726904"/>
                </a:lnTo>
                <a:lnTo>
                  <a:pt x="842198" y="708193"/>
                </a:lnTo>
                <a:lnTo>
                  <a:pt x="855712" y="690424"/>
                </a:lnTo>
                <a:lnTo>
                  <a:pt x="874362" y="674226"/>
                </a:lnTo>
                <a:lnTo>
                  <a:pt x="895530" y="653350"/>
                </a:lnTo>
                <a:lnTo>
                  <a:pt x="916600" y="621549"/>
                </a:lnTo>
                <a:lnTo>
                  <a:pt x="893485" y="628876"/>
                </a:lnTo>
                <a:lnTo>
                  <a:pt x="871718" y="628821"/>
                </a:lnTo>
                <a:lnTo>
                  <a:pt x="854078" y="621321"/>
                </a:lnTo>
                <a:lnTo>
                  <a:pt x="843341" y="606315"/>
                </a:lnTo>
                <a:lnTo>
                  <a:pt x="845360" y="585205"/>
                </a:lnTo>
                <a:lnTo>
                  <a:pt x="862918" y="558328"/>
                </a:lnTo>
                <a:lnTo>
                  <a:pt x="894195" y="524024"/>
                </a:lnTo>
                <a:lnTo>
                  <a:pt x="937368" y="480634"/>
                </a:lnTo>
                <a:lnTo>
                  <a:pt x="919008" y="486445"/>
                </a:lnTo>
                <a:lnTo>
                  <a:pt x="900167" y="485061"/>
                </a:lnTo>
                <a:lnTo>
                  <a:pt x="885898" y="475680"/>
                </a:lnTo>
                <a:lnTo>
                  <a:pt x="881257" y="457497"/>
                </a:lnTo>
                <a:lnTo>
                  <a:pt x="900140" y="434454"/>
                </a:lnTo>
                <a:lnTo>
                  <a:pt x="939726" y="410260"/>
                </a:lnTo>
                <a:lnTo>
                  <a:pt x="979990" y="383762"/>
                </a:lnTo>
                <a:lnTo>
                  <a:pt x="1000909" y="353810"/>
                </a:lnTo>
                <a:lnTo>
                  <a:pt x="1007033" y="328636"/>
                </a:lnTo>
                <a:lnTo>
                  <a:pt x="1015104" y="311726"/>
                </a:lnTo>
                <a:lnTo>
                  <a:pt x="1023389" y="294817"/>
                </a:lnTo>
                <a:lnTo>
                  <a:pt x="1030156" y="269642"/>
                </a:lnTo>
                <a:lnTo>
                  <a:pt x="1041025" y="241583"/>
                </a:lnTo>
                <a:lnTo>
                  <a:pt x="1057878" y="216406"/>
                </a:lnTo>
                <a:lnTo>
                  <a:pt x="1073373" y="186428"/>
                </a:lnTo>
                <a:lnTo>
                  <a:pt x="1080170" y="143961"/>
                </a:lnTo>
                <a:lnTo>
                  <a:pt x="1083887" y="92627"/>
                </a:lnTo>
                <a:lnTo>
                  <a:pt x="1093400" y="46344"/>
                </a:lnTo>
                <a:lnTo>
                  <a:pt x="1106253" y="12880"/>
                </a:lnTo>
                <a:lnTo>
                  <a:pt x="1119991" y="0"/>
                </a:lnTo>
                <a:lnTo>
                  <a:pt x="1133758" y="12865"/>
                </a:lnTo>
                <a:lnTo>
                  <a:pt x="1146677" y="46297"/>
                </a:lnTo>
                <a:lnTo>
                  <a:pt x="1156256" y="92546"/>
                </a:lnTo>
                <a:lnTo>
                  <a:pt x="1160002" y="143866"/>
                </a:lnTo>
                <a:lnTo>
                  <a:pt x="1166799" y="186332"/>
                </a:lnTo>
                <a:lnTo>
                  <a:pt x="1182294" y="216311"/>
                </a:lnTo>
                <a:lnTo>
                  <a:pt x="1199147" y="241487"/>
                </a:lnTo>
                <a:lnTo>
                  <a:pt x="1210016" y="269547"/>
                </a:lnTo>
                <a:lnTo>
                  <a:pt x="1216770" y="294735"/>
                </a:lnTo>
                <a:lnTo>
                  <a:pt x="1233099" y="328580"/>
                </a:lnTo>
                <a:lnTo>
                  <a:pt x="1239263" y="353715"/>
                </a:lnTo>
                <a:lnTo>
                  <a:pt x="1260222" y="383627"/>
                </a:lnTo>
                <a:lnTo>
                  <a:pt x="1300482" y="410128"/>
                </a:lnTo>
                <a:lnTo>
                  <a:pt x="1340046" y="434345"/>
                </a:lnTo>
                <a:lnTo>
                  <a:pt x="1358915" y="457402"/>
                </a:lnTo>
                <a:lnTo>
                  <a:pt x="1354288" y="475584"/>
                </a:lnTo>
                <a:lnTo>
                  <a:pt x="1340041" y="484966"/>
                </a:lnTo>
                <a:lnTo>
                  <a:pt x="1321204" y="486349"/>
                </a:lnTo>
                <a:lnTo>
                  <a:pt x="1302804" y="480538"/>
                </a:lnTo>
                <a:lnTo>
                  <a:pt x="1346031" y="523929"/>
                </a:lnTo>
                <a:lnTo>
                  <a:pt x="1377325" y="558232"/>
                </a:lnTo>
                <a:lnTo>
                  <a:pt x="1394866" y="585109"/>
                </a:lnTo>
                <a:lnTo>
                  <a:pt x="1396831" y="606219"/>
                </a:lnTo>
                <a:lnTo>
                  <a:pt x="1386054" y="621226"/>
                </a:lnTo>
                <a:lnTo>
                  <a:pt x="1368418" y="628725"/>
                </a:lnTo>
                <a:lnTo>
                  <a:pt x="1346674" y="628780"/>
                </a:lnTo>
                <a:lnTo>
                  <a:pt x="1323572" y="621453"/>
                </a:lnTo>
                <a:lnTo>
                  <a:pt x="1344642" y="653268"/>
                </a:lnTo>
                <a:lnTo>
                  <a:pt x="1365810" y="674166"/>
                </a:lnTo>
                <a:lnTo>
                  <a:pt x="1384460" y="690368"/>
                </a:lnTo>
                <a:lnTo>
                  <a:pt x="1397974" y="708097"/>
                </a:lnTo>
                <a:lnTo>
                  <a:pt x="1414217" y="742707"/>
                </a:lnTo>
                <a:lnTo>
                  <a:pt x="1445606" y="772747"/>
                </a:lnTo>
                <a:lnTo>
                  <a:pt x="1471904" y="789525"/>
                </a:lnTo>
                <a:lnTo>
                  <a:pt x="1496514" y="807285"/>
                </a:lnTo>
                <a:lnTo>
                  <a:pt x="1513675" y="825152"/>
                </a:lnTo>
                <a:lnTo>
                  <a:pt x="1517627" y="842252"/>
                </a:lnTo>
                <a:lnTo>
                  <a:pt x="1513724" y="855540"/>
                </a:lnTo>
                <a:lnTo>
                  <a:pt x="1508338" y="863651"/>
                </a:lnTo>
                <a:lnTo>
                  <a:pt x="1497237" y="868227"/>
                </a:lnTo>
                <a:lnTo>
                  <a:pt x="1454171" y="873784"/>
                </a:lnTo>
                <a:lnTo>
                  <a:pt x="1440033" y="876541"/>
                </a:lnTo>
                <a:lnTo>
                  <a:pt x="1429325" y="877244"/>
                </a:lnTo>
                <a:lnTo>
                  <a:pt x="1417598" y="873958"/>
                </a:lnTo>
                <a:lnTo>
                  <a:pt x="1404642" y="868437"/>
                </a:lnTo>
                <a:lnTo>
                  <a:pt x="1384065" y="859962"/>
                </a:lnTo>
                <a:lnTo>
                  <a:pt x="1423350" y="907080"/>
                </a:lnTo>
                <a:lnTo>
                  <a:pt x="1459502" y="945399"/>
                </a:lnTo>
                <a:lnTo>
                  <a:pt x="1495144" y="975264"/>
                </a:lnTo>
                <a:lnTo>
                  <a:pt x="1519845" y="993202"/>
                </a:lnTo>
                <a:lnTo>
                  <a:pt x="1544524" y="1016008"/>
                </a:lnTo>
                <a:lnTo>
                  <a:pt x="1559257" y="1024680"/>
                </a:lnTo>
                <a:lnTo>
                  <a:pt x="1578751" y="1035583"/>
                </a:lnTo>
                <a:lnTo>
                  <a:pt x="1598530" y="1049209"/>
                </a:lnTo>
                <a:lnTo>
                  <a:pt x="1618203" y="1063067"/>
                </a:lnTo>
                <a:lnTo>
                  <a:pt x="1637375" y="1074667"/>
                </a:lnTo>
                <a:lnTo>
                  <a:pt x="1653193" y="1084033"/>
                </a:lnTo>
                <a:lnTo>
                  <a:pt x="1663108" y="1093257"/>
                </a:lnTo>
                <a:lnTo>
                  <a:pt x="1667182" y="1102945"/>
                </a:lnTo>
                <a:lnTo>
                  <a:pt x="1665478" y="1113704"/>
                </a:lnTo>
                <a:lnTo>
                  <a:pt x="1658398" y="1122508"/>
                </a:lnTo>
                <a:lnTo>
                  <a:pt x="1647211" y="1126653"/>
                </a:lnTo>
                <a:lnTo>
                  <a:pt x="1633272" y="1127227"/>
                </a:lnTo>
                <a:lnTo>
                  <a:pt x="1617941" y="1125320"/>
                </a:lnTo>
                <a:lnTo>
                  <a:pt x="1604222" y="1124066"/>
                </a:lnTo>
                <a:lnTo>
                  <a:pt x="1594291" y="1124927"/>
                </a:lnTo>
                <a:lnTo>
                  <a:pt x="1588254" y="1126485"/>
                </a:lnTo>
                <a:lnTo>
                  <a:pt x="1586217" y="1127319"/>
                </a:lnTo>
                <a:lnTo>
                  <a:pt x="1588873" y="1132440"/>
                </a:lnTo>
                <a:lnTo>
                  <a:pt x="1596958" y="1144720"/>
                </a:lnTo>
                <a:lnTo>
                  <a:pt x="1610653" y="1159534"/>
                </a:lnTo>
                <a:lnTo>
                  <a:pt x="1630134" y="1172260"/>
                </a:lnTo>
                <a:lnTo>
                  <a:pt x="1650341" y="1183138"/>
                </a:lnTo>
                <a:lnTo>
                  <a:pt x="1666823" y="1194944"/>
                </a:lnTo>
                <a:lnTo>
                  <a:pt x="1704017" y="1228581"/>
                </a:lnTo>
                <a:lnTo>
                  <a:pt x="1716386" y="1248879"/>
                </a:lnTo>
                <a:lnTo>
                  <a:pt x="1715015" y="1258332"/>
                </a:lnTo>
                <a:lnTo>
                  <a:pt x="1707814" y="1266393"/>
                </a:lnTo>
                <a:lnTo>
                  <a:pt x="1694486" y="1270686"/>
                </a:lnTo>
                <a:lnTo>
                  <a:pt x="1673727" y="1268803"/>
                </a:lnTo>
                <a:lnTo>
                  <a:pt x="1644234" y="1258332"/>
                </a:lnTo>
                <a:lnTo>
                  <a:pt x="1617105" y="1245993"/>
                </a:lnTo>
                <a:lnTo>
                  <a:pt x="1600543" y="1238814"/>
                </a:lnTo>
                <a:lnTo>
                  <a:pt x="1588892" y="1234847"/>
                </a:lnTo>
                <a:lnTo>
                  <a:pt x="1576500" y="1232149"/>
                </a:lnTo>
                <a:lnTo>
                  <a:pt x="1556338" y="1225862"/>
                </a:lnTo>
                <a:lnTo>
                  <a:pt x="1531023" y="1215558"/>
                </a:lnTo>
                <a:lnTo>
                  <a:pt x="1509370" y="1205933"/>
                </a:lnTo>
                <a:lnTo>
                  <a:pt x="1500193" y="1201681"/>
                </a:lnTo>
                <a:lnTo>
                  <a:pt x="1502436" y="1206911"/>
                </a:lnTo>
                <a:lnTo>
                  <a:pt x="1528868" y="1251096"/>
                </a:lnTo>
                <a:lnTo>
                  <a:pt x="1565628" y="1272626"/>
                </a:lnTo>
                <a:lnTo>
                  <a:pt x="1578310" y="1282231"/>
                </a:lnTo>
                <a:lnTo>
                  <a:pt x="1592408" y="1294546"/>
                </a:lnTo>
                <a:lnTo>
                  <a:pt x="1608355" y="1306843"/>
                </a:lnTo>
                <a:lnTo>
                  <a:pt x="1624998" y="1320712"/>
                </a:lnTo>
                <a:lnTo>
                  <a:pt x="1657618" y="1353294"/>
                </a:lnTo>
                <a:lnTo>
                  <a:pt x="1709490" y="1370017"/>
                </a:lnTo>
                <a:lnTo>
                  <a:pt x="1723399" y="1375644"/>
                </a:lnTo>
                <a:lnTo>
                  <a:pt x="1731949" y="1387679"/>
                </a:lnTo>
                <a:lnTo>
                  <a:pt x="1733390" y="1402928"/>
                </a:lnTo>
                <a:lnTo>
                  <a:pt x="1725971" y="1418195"/>
                </a:lnTo>
                <a:lnTo>
                  <a:pt x="1713009" y="1428569"/>
                </a:lnTo>
                <a:lnTo>
                  <a:pt x="1699511" y="1432917"/>
                </a:lnTo>
                <a:lnTo>
                  <a:pt x="1686263" y="1433713"/>
                </a:lnTo>
                <a:lnTo>
                  <a:pt x="1674052" y="1433429"/>
                </a:lnTo>
                <a:lnTo>
                  <a:pt x="1624038" y="1433715"/>
                </a:lnTo>
                <a:lnTo>
                  <a:pt x="1624337" y="1436476"/>
                </a:lnTo>
                <a:lnTo>
                  <a:pt x="1623716" y="1443236"/>
                </a:lnTo>
                <a:lnTo>
                  <a:pt x="1619898" y="1451710"/>
                </a:lnTo>
                <a:lnTo>
                  <a:pt x="1610605" y="1459612"/>
                </a:lnTo>
                <a:lnTo>
                  <a:pt x="1623423" y="1482251"/>
                </a:lnTo>
                <a:lnTo>
                  <a:pt x="1635767" y="1498900"/>
                </a:lnTo>
                <a:lnTo>
                  <a:pt x="1648344" y="1510853"/>
                </a:lnTo>
                <a:lnTo>
                  <a:pt x="1661858" y="1519406"/>
                </a:lnTo>
                <a:lnTo>
                  <a:pt x="1675244" y="1527013"/>
                </a:lnTo>
                <a:lnTo>
                  <a:pt x="1687353" y="1535557"/>
                </a:lnTo>
                <a:lnTo>
                  <a:pt x="1698765" y="1545475"/>
                </a:lnTo>
                <a:lnTo>
                  <a:pt x="1710062" y="1557206"/>
                </a:lnTo>
                <a:lnTo>
                  <a:pt x="1720310" y="1566551"/>
                </a:lnTo>
                <a:lnTo>
                  <a:pt x="1729317" y="1571273"/>
                </a:lnTo>
                <a:lnTo>
                  <a:pt x="1738771" y="1574746"/>
                </a:lnTo>
                <a:lnTo>
                  <a:pt x="1750359" y="1580342"/>
                </a:lnTo>
                <a:lnTo>
                  <a:pt x="1759887" y="1587983"/>
                </a:lnTo>
                <a:lnTo>
                  <a:pt x="1765494" y="1594767"/>
                </a:lnTo>
                <a:lnTo>
                  <a:pt x="1772370" y="1599837"/>
                </a:lnTo>
                <a:lnTo>
                  <a:pt x="1785702" y="1602336"/>
                </a:lnTo>
                <a:lnTo>
                  <a:pt x="1800867" y="1604818"/>
                </a:lnTo>
                <a:lnTo>
                  <a:pt x="1810495" y="1610263"/>
                </a:lnTo>
                <a:lnTo>
                  <a:pt x="1815657" y="1618457"/>
                </a:lnTo>
                <a:lnTo>
                  <a:pt x="1817425" y="1629187"/>
                </a:lnTo>
                <a:lnTo>
                  <a:pt x="1817613" y="1640204"/>
                </a:lnTo>
                <a:lnTo>
                  <a:pt x="1816782" y="1649491"/>
                </a:lnTo>
                <a:lnTo>
                  <a:pt x="1749883" y="1669783"/>
                </a:lnTo>
                <a:lnTo>
                  <a:pt x="1697773" y="1670699"/>
                </a:lnTo>
                <a:lnTo>
                  <a:pt x="1699221" y="1677538"/>
                </a:lnTo>
                <a:lnTo>
                  <a:pt x="1716300" y="1715246"/>
                </a:lnTo>
                <a:lnTo>
                  <a:pt x="1757952" y="1748268"/>
                </a:lnTo>
                <a:lnTo>
                  <a:pt x="1790774" y="1762895"/>
                </a:lnTo>
                <a:lnTo>
                  <a:pt x="1799039" y="1769530"/>
                </a:lnTo>
                <a:lnTo>
                  <a:pt x="1806079" y="1774807"/>
                </a:lnTo>
                <a:lnTo>
                  <a:pt x="1815199" y="1777397"/>
                </a:lnTo>
                <a:lnTo>
                  <a:pt x="1823408" y="1780791"/>
                </a:lnTo>
                <a:lnTo>
                  <a:pt x="1827714" y="1788478"/>
                </a:lnTo>
                <a:lnTo>
                  <a:pt x="1827757" y="1798859"/>
                </a:lnTo>
                <a:lnTo>
                  <a:pt x="1824487" y="1807401"/>
                </a:lnTo>
                <a:lnTo>
                  <a:pt x="1816876" y="1813194"/>
                </a:lnTo>
                <a:lnTo>
                  <a:pt x="1803898" y="1815328"/>
                </a:lnTo>
                <a:lnTo>
                  <a:pt x="1792866" y="1822887"/>
                </a:lnTo>
                <a:lnTo>
                  <a:pt x="1781951" y="1826384"/>
                </a:lnTo>
                <a:lnTo>
                  <a:pt x="1770125" y="1827258"/>
                </a:lnTo>
                <a:lnTo>
                  <a:pt x="1756361" y="1826944"/>
                </a:lnTo>
                <a:lnTo>
                  <a:pt x="1735675" y="1822418"/>
                </a:lnTo>
                <a:lnTo>
                  <a:pt x="1709764" y="1813019"/>
                </a:lnTo>
                <a:lnTo>
                  <a:pt x="1687622" y="1803727"/>
                </a:lnTo>
                <a:lnTo>
                  <a:pt x="1678243" y="1799522"/>
                </a:lnTo>
                <a:lnTo>
                  <a:pt x="1682700" y="1804607"/>
                </a:lnTo>
                <a:lnTo>
                  <a:pt x="1695177" y="1816994"/>
                </a:lnTo>
                <a:lnTo>
                  <a:pt x="1714334" y="1832380"/>
                </a:lnTo>
                <a:lnTo>
                  <a:pt x="1738832" y="1846462"/>
                </a:lnTo>
                <a:lnTo>
                  <a:pt x="1763958" y="1861269"/>
                </a:lnTo>
                <a:lnTo>
                  <a:pt x="1784869" y="1878870"/>
                </a:lnTo>
                <a:lnTo>
                  <a:pt x="1800028" y="1895025"/>
                </a:lnTo>
                <a:lnTo>
                  <a:pt x="1807899" y="1905494"/>
                </a:lnTo>
                <a:lnTo>
                  <a:pt x="1816130" y="1913052"/>
                </a:lnTo>
                <a:lnTo>
                  <a:pt x="1830096" y="1923251"/>
                </a:lnTo>
                <a:lnTo>
                  <a:pt x="1844847" y="1936022"/>
                </a:lnTo>
                <a:lnTo>
                  <a:pt x="1855436" y="1951292"/>
                </a:lnTo>
                <a:lnTo>
                  <a:pt x="1871451" y="1960579"/>
                </a:lnTo>
                <a:lnTo>
                  <a:pt x="1885599" y="1966752"/>
                </a:lnTo>
                <a:lnTo>
                  <a:pt x="1896336" y="1972406"/>
                </a:lnTo>
                <a:lnTo>
                  <a:pt x="1902116" y="1980141"/>
                </a:lnTo>
                <a:lnTo>
                  <a:pt x="1916312" y="1984119"/>
                </a:lnTo>
                <a:lnTo>
                  <a:pt x="1925658" y="1991257"/>
                </a:lnTo>
                <a:lnTo>
                  <a:pt x="1928735" y="2001644"/>
                </a:lnTo>
                <a:lnTo>
                  <a:pt x="1924122" y="2015370"/>
                </a:lnTo>
                <a:lnTo>
                  <a:pt x="1911897" y="2027782"/>
                </a:lnTo>
                <a:lnTo>
                  <a:pt x="1893625" y="2034757"/>
                </a:lnTo>
                <a:lnTo>
                  <a:pt x="1870120" y="2037181"/>
                </a:lnTo>
                <a:lnTo>
                  <a:pt x="1842194" y="2035936"/>
                </a:lnTo>
                <a:lnTo>
                  <a:pt x="1811447" y="2028642"/>
                </a:lnTo>
                <a:lnTo>
                  <a:pt x="1782630" y="2016215"/>
                </a:lnTo>
                <a:lnTo>
                  <a:pt x="1761279" y="2004484"/>
                </a:lnTo>
                <a:lnTo>
                  <a:pt x="1752931" y="1999279"/>
                </a:lnTo>
                <a:lnTo>
                  <a:pt x="1742520" y="2002061"/>
                </a:lnTo>
                <a:lnTo>
                  <a:pt x="1717731" y="2006467"/>
                </a:lnTo>
                <a:lnTo>
                  <a:pt x="1688225" y="2006589"/>
                </a:lnTo>
                <a:lnTo>
                  <a:pt x="1663668" y="1996518"/>
                </a:lnTo>
                <a:lnTo>
                  <a:pt x="1685513" y="2018678"/>
                </a:lnTo>
                <a:lnTo>
                  <a:pt x="1708752" y="2032270"/>
                </a:lnTo>
                <a:lnTo>
                  <a:pt x="1731883" y="2045362"/>
                </a:lnTo>
                <a:lnTo>
                  <a:pt x="1753407" y="2066023"/>
                </a:lnTo>
                <a:lnTo>
                  <a:pt x="1770214" y="2094870"/>
                </a:lnTo>
                <a:lnTo>
                  <a:pt x="1780903" y="2123056"/>
                </a:lnTo>
                <a:lnTo>
                  <a:pt x="1786537" y="2144458"/>
                </a:lnTo>
                <a:lnTo>
                  <a:pt x="1788179" y="2152952"/>
                </a:lnTo>
                <a:lnTo>
                  <a:pt x="1818366" y="2178481"/>
                </a:lnTo>
                <a:lnTo>
                  <a:pt x="1843762" y="2200953"/>
                </a:lnTo>
                <a:lnTo>
                  <a:pt x="1865058" y="2221506"/>
                </a:lnTo>
                <a:lnTo>
                  <a:pt x="1903735" y="2240679"/>
                </a:lnTo>
                <a:lnTo>
                  <a:pt x="1917733" y="2246691"/>
                </a:lnTo>
                <a:lnTo>
                  <a:pt x="1928695" y="2248927"/>
                </a:lnTo>
                <a:lnTo>
                  <a:pt x="1940153" y="2249884"/>
                </a:lnTo>
                <a:lnTo>
                  <a:pt x="1952987" y="2253152"/>
                </a:lnTo>
                <a:lnTo>
                  <a:pt x="1963606" y="2259330"/>
                </a:lnTo>
                <a:lnTo>
                  <a:pt x="1968420" y="2269017"/>
                </a:lnTo>
                <a:lnTo>
                  <a:pt x="1965020" y="2282557"/>
                </a:lnTo>
                <a:lnTo>
                  <a:pt x="1952154" y="2297140"/>
                </a:lnTo>
                <a:lnTo>
                  <a:pt x="1927962" y="2308636"/>
                </a:lnTo>
                <a:lnTo>
                  <a:pt x="1890589" y="2312910"/>
                </a:lnTo>
                <a:lnTo>
                  <a:pt x="1870674" y="2324322"/>
                </a:lnTo>
                <a:lnTo>
                  <a:pt x="1853662" y="2328156"/>
                </a:lnTo>
                <a:lnTo>
                  <a:pt x="1837846" y="2325295"/>
                </a:lnTo>
                <a:lnTo>
                  <a:pt x="1821522" y="2316623"/>
                </a:lnTo>
                <a:lnTo>
                  <a:pt x="1799783" y="2305997"/>
                </a:lnTo>
                <a:lnTo>
                  <a:pt x="1769793" y="2297664"/>
                </a:lnTo>
                <a:lnTo>
                  <a:pt x="1732943" y="2293098"/>
                </a:lnTo>
                <a:lnTo>
                  <a:pt x="1690627" y="2293772"/>
                </a:lnTo>
                <a:lnTo>
                  <a:pt x="1735337" y="2324453"/>
                </a:lnTo>
                <a:lnTo>
                  <a:pt x="1779581" y="2355982"/>
                </a:lnTo>
                <a:lnTo>
                  <a:pt x="1822290" y="2387136"/>
                </a:lnTo>
                <a:lnTo>
                  <a:pt x="1862390" y="2416692"/>
                </a:lnTo>
                <a:lnTo>
                  <a:pt x="1901392" y="2443292"/>
                </a:lnTo>
                <a:lnTo>
                  <a:pt x="1939555" y="2465322"/>
                </a:lnTo>
                <a:lnTo>
                  <a:pt x="1973931" y="2481175"/>
                </a:lnTo>
                <a:lnTo>
                  <a:pt x="2001572" y="2489244"/>
                </a:lnTo>
                <a:lnTo>
                  <a:pt x="2016252" y="2498468"/>
                </a:lnTo>
                <a:lnTo>
                  <a:pt x="1976518" y="2542278"/>
                </a:lnTo>
                <a:lnTo>
                  <a:pt x="1925241" y="2549193"/>
                </a:lnTo>
                <a:lnTo>
                  <a:pt x="1903259" y="2550181"/>
                </a:lnTo>
                <a:lnTo>
                  <a:pt x="1908088" y="2556790"/>
                </a:lnTo>
                <a:lnTo>
                  <a:pt x="1923169" y="2573496"/>
                </a:lnTo>
                <a:lnTo>
                  <a:pt x="1949397" y="2595611"/>
                </a:lnTo>
                <a:lnTo>
                  <a:pt x="1987664" y="2618448"/>
                </a:lnTo>
                <a:lnTo>
                  <a:pt x="2029381" y="2641555"/>
                </a:lnTo>
                <a:lnTo>
                  <a:pt x="2066186" y="2663198"/>
                </a:lnTo>
                <a:lnTo>
                  <a:pt x="2099311" y="2676772"/>
                </a:lnTo>
                <a:lnTo>
                  <a:pt x="2129989" y="2675671"/>
                </a:lnTo>
                <a:lnTo>
                  <a:pt x="2150684" y="2673867"/>
                </a:lnTo>
                <a:lnTo>
                  <a:pt x="2156151" y="2684586"/>
                </a:lnTo>
                <a:lnTo>
                  <a:pt x="2151062" y="2700107"/>
                </a:lnTo>
                <a:lnTo>
                  <a:pt x="2140087" y="2712709"/>
                </a:lnTo>
                <a:lnTo>
                  <a:pt x="2126688" y="2720410"/>
                </a:lnTo>
                <a:lnTo>
                  <a:pt x="2112556" y="2727039"/>
                </a:lnTo>
                <a:lnTo>
                  <a:pt x="2099710" y="2733597"/>
                </a:lnTo>
                <a:lnTo>
                  <a:pt x="2090168" y="2741083"/>
                </a:lnTo>
                <a:lnTo>
                  <a:pt x="2083058" y="2747563"/>
                </a:lnTo>
                <a:lnTo>
                  <a:pt x="2074152" y="2751152"/>
                </a:lnTo>
                <a:lnTo>
                  <a:pt x="2060441" y="2752919"/>
                </a:lnTo>
                <a:lnTo>
                  <a:pt x="2038916" y="2753937"/>
                </a:lnTo>
                <a:lnTo>
                  <a:pt x="2011969" y="2748712"/>
                </a:lnTo>
                <a:lnTo>
                  <a:pt x="1985675" y="2735917"/>
                </a:lnTo>
                <a:lnTo>
                  <a:pt x="1962542" y="2722873"/>
                </a:lnTo>
                <a:lnTo>
                  <a:pt x="1945080" y="2716899"/>
                </a:lnTo>
                <a:lnTo>
                  <a:pt x="1937215" y="2721329"/>
                </a:lnTo>
                <a:lnTo>
                  <a:pt x="1936673" y="2731419"/>
                </a:lnTo>
                <a:lnTo>
                  <a:pt x="1936667" y="2742365"/>
                </a:lnTo>
                <a:lnTo>
                  <a:pt x="1930409" y="2749366"/>
                </a:lnTo>
                <a:lnTo>
                  <a:pt x="1916673" y="2752658"/>
                </a:lnTo>
                <a:lnTo>
                  <a:pt x="1898257" y="2753496"/>
                </a:lnTo>
                <a:lnTo>
                  <a:pt x="1874411" y="2748603"/>
                </a:lnTo>
                <a:lnTo>
                  <a:pt x="1844385" y="2734703"/>
                </a:lnTo>
                <a:lnTo>
                  <a:pt x="1815524" y="2719170"/>
                </a:lnTo>
                <a:lnTo>
                  <a:pt x="1795407" y="2710341"/>
                </a:lnTo>
                <a:lnTo>
                  <a:pt x="1783631" y="2706385"/>
                </a:lnTo>
                <a:lnTo>
                  <a:pt x="1779795" y="2705473"/>
                </a:lnTo>
                <a:lnTo>
                  <a:pt x="1787013" y="2720096"/>
                </a:lnTo>
                <a:lnTo>
                  <a:pt x="1809530" y="2755829"/>
                </a:lnTo>
                <a:lnTo>
                  <a:pt x="1848641" y="2800470"/>
                </a:lnTo>
                <a:lnTo>
                  <a:pt x="1905640" y="2841818"/>
                </a:lnTo>
                <a:lnTo>
                  <a:pt x="1962929" y="2866969"/>
                </a:lnTo>
                <a:lnTo>
                  <a:pt x="2003632" y="2877213"/>
                </a:lnTo>
                <a:lnTo>
                  <a:pt x="2030135" y="2881637"/>
                </a:lnTo>
                <a:lnTo>
                  <a:pt x="2044822" y="2889329"/>
                </a:lnTo>
                <a:lnTo>
                  <a:pt x="2050491" y="2902095"/>
                </a:lnTo>
                <a:lnTo>
                  <a:pt x="2050515" y="2914120"/>
                </a:lnTo>
                <a:lnTo>
                  <a:pt x="2048145" y="2923057"/>
                </a:lnTo>
                <a:lnTo>
                  <a:pt x="2046632" y="2926557"/>
                </a:lnTo>
                <a:lnTo>
                  <a:pt x="2056001" y="2929658"/>
                </a:lnTo>
                <a:lnTo>
                  <a:pt x="2084072" y="2935793"/>
                </a:lnTo>
                <a:lnTo>
                  <a:pt x="2130790" y="2940214"/>
                </a:lnTo>
                <a:lnTo>
                  <a:pt x="2196103" y="2938173"/>
                </a:lnTo>
                <a:lnTo>
                  <a:pt x="2240553" y="2941702"/>
                </a:lnTo>
                <a:lnTo>
                  <a:pt x="2217946" y="2979883"/>
                </a:lnTo>
                <a:lnTo>
                  <a:pt x="2182768" y="3005227"/>
                </a:lnTo>
                <a:lnTo>
                  <a:pt x="2122944" y="3032375"/>
                </a:lnTo>
                <a:lnTo>
                  <a:pt x="2063005" y="3045196"/>
                </a:lnTo>
                <a:lnTo>
                  <a:pt x="1979852" y="3059094"/>
                </a:lnTo>
                <a:lnTo>
                  <a:pt x="1987745" y="3066588"/>
                </a:lnTo>
                <a:lnTo>
                  <a:pt x="2004561" y="3084766"/>
                </a:lnTo>
                <a:lnTo>
                  <a:pt x="2020002" y="3107175"/>
                </a:lnTo>
                <a:lnTo>
                  <a:pt x="2023769" y="3127362"/>
                </a:lnTo>
                <a:lnTo>
                  <a:pt x="2006961" y="3137658"/>
                </a:lnTo>
                <a:lnTo>
                  <a:pt x="1973612" y="3137895"/>
                </a:lnTo>
                <a:lnTo>
                  <a:pt x="1932833" y="3132865"/>
                </a:lnTo>
                <a:lnTo>
                  <a:pt x="1893732" y="3127362"/>
                </a:lnTo>
                <a:lnTo>
                  <a:pt x="1854903" y="3123177"/>
                </a:lnTo>
                <a:lnTo>
                  <a:pt x="1811376" y="3116019"/>
                </a:lnTo>
                <a:lnTo>
                  <a:pt x="1766920" y="3101560"/>
                </a:lnTo>
                <a:lnTo>
                  <a:pt x="1725304" y="3075471"/>
                </a:lnTo>
                <a:lnTo>
                  <a:pt x="1751837" y="3101132"/>
                </a:lnTo>
                <a:lnTo>
                  <a:pt x="1766018" y="3120947"/>
                </a:lnTo>
                <a:lnTo>
                  <a:pt x="1768535" y="3135709"/>
                </a:lnTo>
                <a:lnTo>
                  <a:pt x="1760076" y="3146214"/>
                </a:lnTo>
                <a:lnTo>
                  <a:pt x="1731435" y="3151589"/>
                </a:lnTo>
                <a:lnTo>
                  <a:pt x="1680994" y="3150581"/>
                </a:lnTo>
                <a:lnTo>
                  <a:pt x="1620818" y="3143415"/>
                </a:lnTo>
                <a:lnTo>
                  <a:pt x="1562972" y="3130313"/>
                </a:lnTo>
                <a:lnTo>
                  <a:pt x="1579324" y="3155170"/>
                </a:lnTo>
                <a:lnTo>
                  <a:pt x="1584752" y="3172707"/>
                </a:lnTo>
                <a:lnTo>
                  <a:pt x="1581125" y="3185209"/>
                </a:lnTo>
                <a:lnTo>
                  <a:pt x="1570308" y="3194963"/>
                </a:lnTo>
                <a:lnTo>
                  <a:pt x="1535654" y="3200104"/>
                </a:lnTo>
                <a:lnTo>
                  <a:pt x="1477341" y="3199533"/>
                </a:lnTo>
                <a:lnTo>
                  <a:pt x="1422476" y="3196676"/>
                </a:lnTo>
                <a:lnTo>
                  <a:pt x="1398164" y="3194963"/>
                </a:lnTo>
                <a:lnTo>
                  <a:pt x="1400629" y="3198627"/>
                </a:lnTo>
                <a:lnTo>
                  <a:pt x="1405095" y="3207424"/>
                </a:lnTo>
                <a:lnTo>
                  <a:pt x="1407167" y="3218059"/>
                </a:lnTo>
                <a:lnTo>
                  <a:pt x="1402451" y="3227240"/>
                </a:lnTo>
                <a:lnTo>
                  <a:pt x="1372380" y="3229285"/>
                </a:lnTo>
                <a:lnTo>
                  <a:pt x="1316427" y="3222396"/>
                </a:lnTo>
                <a:lnTo>
                  <a:pt x="1257258" y="3209097"/>
                </a:lnTo>
                <a:lnTo>
                  <a:pt x="1217542" y="3191916"/>
                </a:lnTo>
                <a:lnTo>
                  <a:pt x="1224877" y="3365108"/>
                </a:lnTo>
                <a:lnTo>
                  <a:pt x="1841229" y="3369125"/>
                </a:lnTo>
                <a:lnTo>
                  <a:pt x="1992617" y="3370535"/>
                </a:lnTo>
                <a:lnTo>
                  <a:pt x="2047311" y="3378730"/>
                </a:lnTo>
                <a:lnTo>
                  <a:pt x="2095003" y="3395457"/>
                </a:lnTo>
                <a:lnTo>
                  <a:pt x="2128727" y="3411935"/>
                </a:lnTo>
                <a:lnTo>
                  <a:pt x="2141516" y="3419380"/>
                </a:lnTo>
                <a:close/>
              </a:path>
            </a:pathLst>
          </a:custGeom>
          <a:solidFill>
            <a:srgbClr val="000000">
              <a:alpha val="77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41523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617</Words>
  <Application>Microsoft Office PowerPoint</Application>
  <PresentationFormat>Custom</PresentationFormat>
  <Paragraphs>141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Trebuchet MS</vt:lpstr>
      <vt:lpstr>Office Theme</vt:lpstr>
      <vt:lpstr>PowerPoint Presentation</vt:lpstr>
      <vt:lpstr>SSOOLLUUTTIIOONN</vt:lpstr>
      <vt:lpstr>TTEECCHHNNIICCAALL AAPPPPRROOAACCHH</vt:lpstr>
      <vt:lpstr>FFEEAASSIIBBIILLTTYY</vt:lpstr>
      <vt:lpstr>IIMMPPAACCTT AANNAALLYYSSIISS</vt:lpstr>
      <vt:lpstr>FFEEAASSIIBBIILLTTYY</vt:lpstr>
      <vt:lpstr>IIMMPPAACCTT AANNAALLYYSSIISS</vt:lpstr>
      <vt:lpstr>RREEFFEERREENNCCEESS</vt:lpstr>
      <vt:lpstr>IIMMPPAACCTT AANNAALLYYSSIISS</vt:lpstr>
      <vt:lpstr>RREEFFEERREENNCCEESS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Hackquniox 2.0.pptx</dc:title>
  <dc:creator>Sharon Shalom</dc:creator>
  <cp:keywords>DAG-UL-4-sM,BAGAfRTH6I4,0</cp:keywords>
  <cp:lastModifiedBy>amey.2005@outlook.com</cp:lastModifiedBy>
  <cp:revision>6</cp:revision>
  <dcterms:created xsi:type="dcterms:W3CDTF">2026-01-19T16:36:34Z</dcterms:created>
  <dcterms:modified xsi:type="dcterms:W3CDTF">2026-01-28T14:39:07Z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2026-01-19T00:00:00Z</vt:filetime>
  </property>
  <property fmtid="{D5CDD505-2E9C-101B-9397-08002B2CF9AE}" pid="5" name="Producer">
    <vt:lpwstr>Canva</vt:lpwstr>
  </property>
</Properties>
</file>